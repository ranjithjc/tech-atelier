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DE2B0-F2FA-4997-B890-C99C61540D57}" v="125" dt="2026-08-25T06:10:12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n kishore" userId="79267bd8db179843" providerId="LiveId" clId="{60C00612-C8D2-4C03-8166-D39C670B028B}"/>
    <pc:docChg chg="undo custSel addSld delSld modSld sldOrd">
      <pc:chgData name="kavin kishore" userId="79267bd8db179843" providerId="LiveId" clId="{60C00612-C8D2-4C03-8166-D39C670B028B}" dt="2026-08-25T06:13:04.156" v="4247" actId="1037"/>
      <pc:docMkLst>
        <pc:docMk/>
      </pc:docMkLst>
      <pc:sldChg chg="modSp mod">
        <pc:chgData name="kavin kishore" userId="79267bd8db179843" providerId="LiveId" clId="{60C00612-C8D2-4C03-8166-D39C670B028B}" dt="2026-08-24T08:47:53.270" v="2186" actId="313"/>
        <pc:sldMkLst>
          <pc:docMk/>
          <pc:sldMk cId="0" sldId="256"/>
        </pc:sldMkLst>
        <pc:spChg chg="mod">
          <ac:chgData name="kavin kishore" userId="79267bd8db179843" providerId="LiveId" clId="{60C00612-C8D2-4C03-8166-D39C670B028B}" dt="2026-08-24T08:47:53.270" v="2186" actId="313"/>
          <ac:spMkLst>
            <pc:docMk/>
            <pc:sldMk cId="0" sldId="256"/>
            <ac:spMk id="26" creationId="{D40D57C8-3B91-3A84-9D8C-9CB4A53CBBAE}"/>
          </ac:spMkLst>
        </pc:spChg>
      </pc:sldChg>
      <pc:sldChg chg="addSp delSp modSp mod">
        <pc:chgData name="kavin kishore" userId="79267bd8db179843" providerId="LiveId" clId="{60C00612-C8D2-4C03-8166-D39C670B028B}" dt="2026-08-25T04:45:03.921" v="3975" actId="1036"/>
        <pc:sldMkLst>
          <pc:docMk/>
          <pc:sldMk cId="0" sldId="257"/>
        </pc:sldMkLst>
        <pc:spChg chg="mod">
          <ac:chgData name="kavin kishore" userId="79267bd8db179843" providerId="LiveId" clId="{60C00612-C8D2-4C03-8166-D39C670B028B}" dt="2026-08-24T08:13:04.838" v="1930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kavin kishore" userId="79267bd8db179843" providerId="LiveId" clId="{60C00612-C8D2-4C03-8166-D39C670B028B}" dt="2026-08-24T06:19:47.938" v="107" actId="1038"/>
          <ac:spMkLst>
            <pc:docMk/>
            <pc:sldMk cId="0" sldId="257"/>
            <ac:spMk id="9" creationId="{00000000-0000-0000-0000-000000000000}"/>
          </ac:spMkLst>
        </pc:spChg>
        <pc:spChg chg="add del mod">
          <ac:chgData name="kavin kishore" userId="79267bd8db179843" providerId="LiveId" clId="{60C00612-C8D2-4C03-8166-D39C670B028B}" dt="2026-08-24T06:18:41.454" v="79" actId="478"/>
          <ac:spMkLst>
            <pc:docMk/>
            <pc:sldMk cId="0" sldId="257"/>
            <ac:spMk id="10" creationId="{00000000-0000-0000-0000-000000000000}"/>
          </ac:spMkLst>
        </pc:spChg>
        <pc:spChg chg="add del">
          <ac:chgData name="kavin kishore" userId="79267bd8db179843" providerId="LiveId" clId="{60C00612-C8D2-4C03-8166-D39C670B028B}" dt="2026-08-24T06:18:50.086" v="81" actId="478"/>
          <ac:spMkLst>
            <pc:docMk/>
            <pc:sldMk cId="0" sldId="257"/>
            <ac:spMk id="11" creationId="{00000000-0000-0000-0000-000000000000}"/>
          </ac:spMkLst>
        </pc:spChg>
        <pc:spChg chg="add del mod">
          <ac:chgData name="kavin kishore" userId="79267bd8db179843" providerId="LiveId" clId="{60C00612-C8D2-4C03-8166-D39C670B028B}" dt="2026-08-24T06:18:45.759" v="80" actId="478"/>
          <ac:spMkLst>
            <pc:docMk/>
            <pc:sldMk cId="0" sldId="257"/>
            <ac:spMk id="12" creationId="{00000000-0000-0000-0000-000000000000}"/>
          </ac:spMkLst>
        </pc:spChg>
        <pc:spChg chg="add del">
          <ac:chgData name="kavin kishore" userId="79267bd8db179843" providerId="LiveId" clId="{60C00612-C8D2-4C03-8166-D39C670B028B}" dt="2026-08-25T04:44:14.932" v="3896" actId="22"/>
          <ac:spMkLst>
            <pc:docMk/>
            <pc:sldMk cId="0" sldId="257"/>
            <ac:spMk id="16" creationId="{12ACE009-8282-015F-E075-5C81EB1453D8}"/>
          </ac:spMkLst>
        </pc:spChg>
        <pc:spChg chg="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17" creationId="{02A7603D-D5E8-B5F5-3E89-CD6FD2A4CC34}"/>
          </ac:spMkLst>
        </pc:spChg>
        <pc:spChg chg="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18" creationId="{5C959D64-1D33-743E-441D-ED17C2E0D737}"/>
          </ac:spMkLst>
        </pc:spChg>
        <pc:spChg chg="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20" creationId="{93E05346-B277-480F-B9B1-2B5F6956CE06}"/>
          </ac:spMkLst>
        </pc:spChg>
        <pc:spChg chg="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21" creationId="{0462FDD7-9242-8226-EA55-19C657DBC25E}"/>
          </ac:spMkLst>
        </pc:spChg>
        <pc:spChg chg="add mod">
          <ac:chgData name="kavin kishore" userId="79267bd8db179843" providerId="LiveId" clId="{60C00612-C8D2-4C03-8166-D39C670B028B}" dt="2026-08-25T04:44:36.087" v="3897"/>
          <ac:spMkLst>
            <pc:docMk/>
            <pc:sldMk cId="0" sldId="257"/>
            <ac:spMk id="22" creationId="{2302D11C-53A7-3996-BD6E-38379DBC875B}"/>
          </ac:spMkLst>
        </pc:spChg>
        <pc:spChg chg="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23" creationId="{3218F41C-D8AA-5DCD-8AE1-4C7562DFB89A}"/>
          </ac:spMkLst>
        </pc:spChg>
        <pc:spChg chg="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24" creationId="{7F8E4120-7D66-426D-DE00-3C98000DB08D}"/>
          </ac:spMkLst>
        </pc:spChg>
        <pc:spChg chg="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25" creationId="{4725B5CA-A529-F3B3-C727-B471341E23D1}"/>
          </ac:spMkLst>
        </pc:spChg>
        <pc:spChg chg="add 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27" creationId="{D52DE981-AFFA-106F-3D70-CFF1C65A576B}"/>
          </ac:spMkLst>
        </pc:spChg>
        <pc:spChg chg="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28" creationId="{94FDDDFF-5AB3-C1DB-565A-1B5F46EEBBEC}"/>
          </ac:spMkLst>
        </pc:spChg>
        <pc:spChg chg="mod">
          <ac:chgData name="kavin kishore" userId="79267bd8db179843" providerId="LiveId" clId="{60C00612-C8D2-4C03-8166-D39C670B028B}" dt="2026-08-25T04:45:03.921" v="3975" actId="1036"/>
          <ac:spMkLst>
            <pc:docMk/>
            <pc:sldMk cId="0" sldId="257"/>
            <ac:spMk id="31" creationId="{B07577EF-8002-E36F-2F73-534518526551}"/>
          </ac:spMkLst>
        </pc:spChg>
        <pc:spChg chg="add mod">
          <ac:chgData name="kavin kishore" userId="79267bd8db179843" providerId="LiveId" clId="{60C00612-C8D2-4C03-8166-D39C670B028B}" dt="2026-08-25T04:44:36.087" v="3897"/>
          <ac:spMkLst>
            <pc:docMk/>
            <pc:sldMk cId="0" sldId="257"/>
            <ac:spMk id="32" creationId="{264D56EB-0E37-A805-8ABF-83FBBF9DB776}"/>
          </ac:spMkLst>
        </pc:spChg>
        <pc:spChg chg="add del mod">
          <ac:chgData name="kavin kishore" userId="79267bd8db179843" providerId="LiveId" clId="{60C00612-C8D2-4C03-8166-D39C670B028B}" dt="2026-08-24T06:19:31.135" v="90"/>
          <ac:spMkLst>
            <pc:docMk/>
            <pc:sldMk cId="0" sldId="257"/>
            <ac:spMk id="33" creationId="{D6507E84-786E-7BF8-BDB0-C798881A59A6}"/>
          </ac:spMkLst>
        </pc:spChg>
        <pc:spChg chg="mod">
          <ac:chgData name="kavin kishore" userId="79267bd8db179843" providerId="LiveId" clId="{60C00612-C8D2-4C03-8166-D39C670B028B}" dt="2026-08-25T04:44:36.087" v="3897"/>
          <ac:spMkLst>
            <pc:docMk/>
            <pc:sldMk cId="0" sldId="257"/>
            <ac:spMk id="34" creationId="{1328D400-AE62-640B-AB2D-18FA38DBB546}"/>
          </ac:spMkLst>
        </pc:spChg>
        <pc:spChg chg="add del mod">
          <ac:chgData name="kavin kishore" userId="79267bd8db179843" providerId="LiveId" clId="{60C00612-C8D2-4C03-8166-D39C670B028B}" dt="2026-08-24T15:00:37.596" v="3728" actId="1037"/>
          <ac:spMkLst>
            <pc:docMk/>
            <pc:sldMk cId="0" sldId="257"/>
            <ac:spMk id="40" creationId="{2CBC0A89-D4CB-EA34-D621-22563F8CD6CA}"/>
          </ac:spMkLst>
        </pc:spChg>
        <pc:spChg chg="mod">
          <ac:chgData name="kavin kishore" userId="79267bd8db179843" providerId="LiveId" clId="{60C00612-C8D2-4C03-8166-D39C670B028B}" dt="2026-08-25T04:44:36.087" v="3897"/>
          <ac:spMkLst>
            <pc:docMk/>
            <pc:sldMk cId="0" sldId="257"/>
            <ac:spMk id="49" creationId="{8F6665CB-A049-C248-1462-E800955D5CBA}"/>
          </ac:spMkLst>
        </pc:spChg>
        <pc:spChg chg="mod">
          <ac:chgData name="kavin kishore" userId="79267bd8db179843" providerId="LiveId" clId="{60C00612-C8D2-4C03-8166-D39C670B028B}" dt="2026-08-25T04:44:36.087" v="3897"/>
          <ac:spMkLst>
            <pc:docMk/>
            <pc:sldMk cId="0" sldId="257"/>
            <ac:spMk id="50" creationId="{FF5FD771-4E14-2717-0194-FA3DCA513CD9}"/>
          </ac:spMkLst>
        </pc:spChg>
        <pc:spChg chg="mod">
          <ac:chgData name="kavin kishore" userId="79267bd8db179843" providerId="LiveId" clId="{60C00612-C8D2-4C03-8166-D39C670B028B}" dt="2026-08-25T04:44:36.087" v="3897"/>
          <ac:spMkLst>
            <pc:docMk/>
            <pc:sldMk cId="0" sldId="257"/>
            <ac:spMk id="60" creationId="{8164E85F-0508-4AD6-F492-D7108086BA63}"/>
          </ac:spMkLst>
        </pc:spChg>
        <pc:spChg chg="mod">
          <ac:chgData name="kavin kishore" userId="79267bd8db179843" providerId="LiveId" clId="{60C00612-C8D2-4C03-8166-D39C670B028B}" dt="2026-08-25T04:44:36.087" v="3897"/>
          <ac:spMkLst>
            <pc:docMk/>
            <pc:sldMk cId="0" sldId="257"/>
            <ac:spMk id="62" creationId="{458E4F66-BDDD-3D78-C190-A75C20444AD5}"/>
          </ac:spMkLst>
        </pc:spChg>
        <pc:spChg chg="mod">
          <ac:chgData name="kavin kishore" userId="79267bd8db179843" providerId="LiveId" clId="{60C00612-C8D2-4C03-8166-D39C670B028B}" dt="2026-08-25T04:44:36.087" v="3897"/>
          <ac:spMkLst>
            <pc:docMk/>
            <pc:sldMk cId="0" sldId="257"/>
            <ac:spMk id="64" creationId="{F7E790F0-7D70-E623-C70B-EFAE33399684}"/>
          </ac:spMkLst>
        </pc:spChg>
        <pc:spChg chg="mod">
          <ac:chgData name="kavin kishore" userId="79267bd8db179843" providerId="LiveId" clId="{60C00612-C8D2-4C03-8166-D39C670B028B}" dt="2026-08-25T04:44:36.087" v="3897"/>
          <ac:spMkLst>
            <pc:docMk/>
            <pc:sldMk cId="0" sldId="257"/>
            <ac:spMk id="69" creationId="{1764614A-A03B-BC29-4035-044FEFE67492}"/>
          </ac:spMkLst>
        </pc:spChg>
        <pc:picChg chg="add del mod modCrop">
          <ac:chgData name="kavin kishore" userId="79267bd8db179843" providerId="LiveId" clId="{60C00612-C8D2-4C03-8166-D39C670B028B}" dt="2026-08-24T14:56:43.775" v="3678" actId="478"/>
          <ac:picMkLst>
            <pc:docMk/>
            <pc:sldMk cId="0" sldId="257"/>
            <ac:picMk id="10" creationId="{F510472D-D0DC-4F3D-2319-9D733CF13A20}"/>
          </ac:picMkLst>
        </pc:picChg>
        <pc:picChg chg="add del mod">
          <ac:chgData name="kavin kishore" userId="79267bd8db179843" providerId="LiveId" clId="{60C00612-C8D2-4C03-8166-D39C670B028B}" dt="2026-08-24T14:59:58.679" v="3716" actId="478"/>
          <ac:picMkLst>
            <pc:docMk/>
            <pc:sldMk cId="0" sldId="257"/>
            <ac:picMk id="12" creationId="{D4AACA24-5F78-6520-F02E-1BDFCDB747D4}"/>
          </ac:picMkLst>
        </pc:picChg>
        <pc:picChg chg="add del mod modCrop">
          <ac:chgData name="kavin kishore" userId="79267bd8db179843" providerId="LiveId" clId="{60C00612-C8D2-4C03-8166-D39C670B028B}" dt="2026-08-25T04:44:11.500" v="3894" actId="478"/>
          <ac:picMkLst>
            <pc:docMk/>
            <pc:sldMk cId="0" sldId="257"/>
            <ac:picMk id="14" creationId="{6F7DEF4D-B3E0-0039-EFB6-EB8EF359FF1D}"/>
          </ac:picMkLst>
        </pc:picChg>
        <pc:picChg chg="add del mod modCrop">
          <ac:chgData name="kavin kishore" userId="79267bd8db179843" providerId="LiveId" clId="{60C00612-C8D2-4C03-8166-D39C670B028B}" dt="2026-08-24T06:12:10.575" v="72" actId="478"/>
          <ac:picMkLst>
            <pc:docMk/>
            <pc:sldMk cId="0" sldId="257"/>
            <ac:picMk id="29" creationId="{3E789C57-AE63-3B02-7204-6F8F4011A1A6}"/>
          </ac:picMkLst>
        </pc:picChg>
        <pc:picChg chg="add del mod modCrop">
          <ac:chgData name="kavin kishore" userId="79267bd8db179843" providerId="LiveId" clId="{60C00612-C8D2-4C03-8166-D39C670B028B}" dt="2026-08-24T06:33:03.757" v="250" actId="478"/>
          <ac:picMkLst>
            <pc:docMk/>
            <pc:sldMk cId="0" sldId="257"/>
            <ac:picMk id="32" creationId="{E32FBC3A-46A9-AE93-E447-EBC075CB2609}"/>
          </ac:picMkLst>
        </pc:picChg>
        <pc:picChg chg="add del mod modCrop">
          <ac:chgData name="kavin kishore" userId="79267bd8db179843" providerId="LiveId" clId="{60C00612-C8D2-4C03-8166-D39C670B028B}" dt="2026-08-24T14:52:43.075" v="3589" actId="478"/>
          <ac:picMkLst>
            <pc:docMk/>
            <pc:sldMk cId="0" sldId="257"/>
            <ac:picMk id="35" creationId="{4BF8870D-23A8-4732-DD2B-577C13AC3A99}"/>
          </ac:picMkLst>
        </pc:picChg>
        <pc:picChg chg="add del mod modCrop">
          <ac:chgData name="kavin kishore" userId="79267bd8db179843" providerId="LiveId" clId="{60C00612-C8D2-4C03-8166-D39C670B028B}" dt="2026-08-24T08:08:34.183" v="1712" actId="478"/>
          <ac:picMkLst>
            <pc:docMk/>
            <pc:sldMk cId="0" sldId="257"/>
            <ac:picMk id="37" creationId="{D92D0A1C-E0E0-346F-F53F-55FF6B99CB1D}"/>
          </ac:picMkLst>
        </pc:picChg>
        <pc:picChg chg="add del">
          <ac:chgData name="kavin kishore" userId="79267bd8db179843" providerId="LiveId" clId="{60C00612-C8D2-4C03-8166-D39C670B028B}" dt="2026-08-24T08:08:37.541" v="1714" actId="478"/>
          <ac:picMkLst>
            <pc:docMk/>
            <pc:sldMk cId="0" sldId="257"/>
            <ac:picMk id="39" creationId="{50175C0F-8CE0-F3C8-1423-FE48C4AC5D08}"/>
          </ac:picMkLst>
        </pc:picChg>
      </pc:sldChg>
      <pc:sldChg chg="addSp delSp modSp mod">
        <pc:chgData name="kavin kishore" userId="79267bd8db179843" providerId="LiveId" clId="{60C00612-C8D2-4C03-8166-D39C670B028B}" dt="2026-08-25T06:10:18.994" v="4191" actId="20577"/>
        <pc:sldMkLst>
          <pc:docMk/>
          <pc:sldMk cId="0" sldId="258"/>
        </pc:sldMkLst>
        <pc:spChg chg="mod">
          <ac:chgData name="kavin kishore" userId="79267bd8db179843" providerId="LiveId" clId="{60C00612-C8D2-4C03-8166-D39C670B028B}" dt="2026-08-24T14:07:02.389" v="3081" actId="1076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kavin kishore" userId="79267bd8db179843" providerId="LiveId" clId="{60C00612-C8D2-4C03-8166-D39C670B028B}" dt="2026-08-24T06:24:57.443" v="122"/>
          <ac:spMkLst>
            <pc:docMk/>
            <pc:sldMk cId="0" sldId="258"/>
            <ac:spMk id="5" creationId="{A8DA9B57-FE7C-B1F0-947D-FF3025381A44}"/>
          </ac:spMkLst>
        </pc:spChg>
        <pc:spChg chg="del mod">
          <ac:chgData name="kavin kishore" userId="79267bd8db179843" providerId="LiveId" clId="{60C00612-C8D2-4C03-8166-D39C670B028B}" dt="2026-08-24T06:34:02.260" v="26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kavin kishore" userId="79267bd8db179843" providerId="LiveId" clId="{60C00612-C8D2-4C03-8166-D39C670B028B}" dt="2026-08-24T06:34:09.140" v="263" actId="478"/>
          <ac:spMkLst>
            <pc:docMk/>
            <pc:sldMk cId="0" sldId="258"/>
            <ac:spMk id="11" creationId="{00000000-0000-0000-0000-000000000000}"/>
          </ac:spMkLst>
        </pc:spChg>
        <pc:spChg chg="add del mod">
          <ac:chgData name="kavin kishore" userId="79267bd8db179843" providerId="LiveId" clId="{60C00612-C8D2-4C03-8166-D39C670B028B}" dt="2026-08-24T14:08:16.851" v="3208" actId="767"/>
          <ac:spMkLst>
            <pc:docMk/>
            <pc:sldMk cId="0" sldId="258"/>
            <ac:spMk id="11" creationId="{756A4155-60CB-099F-6984-2C507D210B97}"/>
          </ac:spMkLst>
        </pc:spChg>
        <pc:spChg chg="add del mod">
          <ac:chgData name="kavin kishore" userId="79267bd8db179843" providerId="LiveId" clId="{60C00612-C8D2-4C03-8166-D39C670B028B}" dt="2026-08-24T09:08:13.790" v="2355" actId="478"/>
          <ac:spMkLst>
            <pc:docMk/>
            <pc:sldMk cId="0" sldId="258"/>
            <ac:spMk id="12" creationId="{F281B409-3C56-D793-874D-33BD2D05AC40}"/>
          </ac:spMkLst>
        </pc:spChg>
        <pc:spChg chg="add del mod">
          <ac:chgData name="kavin kishore" userId="79267bd8db179843" providerId="LiveId" clId="{60C00612-C8D2-4C03-8166-D39C670B028B}" dt="2026-08-24T14:29:52.454" v="3242" actId="12084"/>
          <ac:spMkLst>
            <pc:docMk/>
            <pc:sldMk cId="0" sldId="258"/>
            <ac:spMk id="16" creationId="{AB9F8B42-CA56-0FB8-D169-7DFA739077E5}"/>
          </ac:spMkLst>
        </pc:spChg>
        <pc:spChg chg="del mod">
          <ac:chgData name="kavin kishore" userId="79267bd8db179843" providerId="LiveId" clId="{60C00612-C8D2-4C03-8166-D39C670B028B}" dt="2026-08-24T06:33:55.713" v="259" actId="478"/>
          <ac:spMkLst>
            <pc:docMk/>
            <pc:sldMk cId="0" sldId="258"/>
            <ac:spMk id="26" creationId="{9B447A9B-8143-2B2C-D4F7-BAAECC5CB17F}"/>
          </ac:spMkLst>
        </pc:spChg>
        <pc:spChg chg="add del mod">
          <ac:chgData name="kavin kishore" userId="79267bd8db179843" providerId="LiveId" clId="{60C00612-C8D2-4C03-8166-D39C670B028B}" dt="2026-08-24T06:32:09.298" v="233"/>
          <ac:spMkLst>
            <pc:docMk/>
            <pc:sldMk cId="0" sldId="258"/>
            <ac:spMk id="30" creationId="{BD74B983-12EE-CB75-501A-F8B19C38FD3F}"/>
          </ac:spMkLst>
        </pc:spChg>
        <pc:spChg chg="add del mod">
          <ac:chgData name="kavin kishore" userId="79267bd8db179843" providerId="LiveId" clId="{60C00612-C8D2-4C03-8166-D39C670B028B}" dt="2026-08-24T06:33:40.069" v="257"/>
          <ac:spMkLst>
            <pc:docMk/>
            <pc:sldMk cId="0" sldId="258"/>
            <ac:spMk id="33" creationId="{6DF1555F-2666-FFC2-4B0A-101102F511B5}"/>
          </ac:spMkLst>
        </pc:spChg>
        <pc:spChg chg="add del mod">
          <ac:chgData name="kavin kishore" userId="79267bd8db179843" providerId="LiveId" clId="{60C00612-C8D2-4C03-8166-D39C670B028B}" dt="2026-08-24T08:32:55.808" v="2106"/>
          <ac:spMkLst>
            <pc:docMk/>
            <pc:sldMk cId="0" sldId="258"/>
            <ac:spMk id="44" creationId="{2562832A-1FA0-E2C0-E3B0-F108C5E7AA79}"/>
          </ac:spMkLst>
        </pc:spChg>
        <pc:graphicFrameChg chg="add mod">
          <ac:chgData name="kavin kishore" userId="79267bd8db179843" providerId="LiveId" clId="{60C00612-C8D2-4C03-8166-D39C670B028B}" dt="2026-08-24T14:29:28.678" v="3240" actId="12269"/>
          <ac:graphicFrameMkLst>
            <pc:docMk/>
            <pc:sldMk cId="0" sldId="258"/>
            <ac:graphicFrameMk id="17" creationId="{6E277932-AFE8-F0CE-FB64-CDBDF0CE21A5}"/>
          </ac:graphicFrameMkLst>
        </pc:graphicFrameChg>
        <pc:graphicFrameChg chg="add mod modGraphic">
          <ac:chgData name="kavin kishore" userId="79267bd8db179843" providerId="LiveId" clId="{60C00612-C8D2-4C03-8166-D39C670B028B}" dt="2026-08-25T06:10:18.994" v="4191" actId="20577"/>
          <ac:graphicFrameMkLst>
            <pc:docMk/>
            <pc:sldMk cId="0" sldId="258"/>
            <ac:graphicFrameMk id="19" creationId="{2C927A1F-2E12-9D91-23B9-3F69AC9BB381}"/>
          </ac:graphicFrameMkLst>
        </pc:graphicFrameChg>
        <pc:picChg chg="add del mod modCrop">
          <ac:chgData name="kavin kishore" userId="79267bd8db179843" providerId="LiveId" clId="{60C00612-C8D2-4C03-8166-D39C670B028B}" dt="2026-08-24T14:09:03.397" v="3217" actId="478"/>
          <ac:picMkLst>
            <pc:docMk/>
            <pc:sldMk cId="0" sldId="258"/>
            <ac:picMk id="9" creationId="{25AFEE42-4847-5129-D795-640A2757DA72}"/>
          </ac:picMkLst>
        </pc:picChg>
        <pc:picChg chg="add del mod modCrop">
          <ac:chgData name="kavin kishore" userId="79267bd8db179843" providerId="LiveId" clId="{60C00612-C8D2-4C03-8166-D39C670B028B}" dt="2026-08-24T14:02:17.386" v="2811" actId="478"/>
          <ac:picMkLst>
            <pc:docMk/>
            <pc:sldMk cId="0" sldId="258"/>
            <ac:picMk id="10" creationId="{D62DAA2C-EC06-0D72-1884-3545DA607158}"/>
          </ac:picMkLst>
        </pc:picChg>
        <pc:picChg chg="add del mod modCrop">
          <ac:chgData name="kavin kishore" userId="79267bd8db179843" providerId="LiveId" clId="{60C00612-C8D2-4C03-8166-D39C670B028B}" dt="2026-08-24T09:07:30.653" v="2352" actId="478"/>
          <ac:picMkLst>
            <pc:docMk/>
            <pc:sldMk cId="0" sldId="258"/>
            <ac:picMk id="11" creationId="{6B88254F-3369-D693-80D2-575313CC7648}"/>
          </ac:picMkLst>
        </pc:picChg>
        <pc:picChg chg="add del mod">
          <ac:chgData name="kavin kishore" userId="79267bd8db179843" providerId="LiveId" clId="{60C00612-C8D2-4C03-8166-D39C670B028B}" dt="2026-08-24T14:13:40.678" v="3218" actId="478"/>
          <ac:picMkLst>
            <pc:docMk/>
            <pc:sldMk cId="0" sldId="258"/>
            <ac:picMk id="13" creationId="{031B6A4E-8744-4461-F306-BFA3B021E83F}"/>
          </ac:picMkLst>
        </pc:picChg>
        <pc:picChg chg="add del mod">
          <ac:chgData name="kavin kishore" userId="79267bd8db179843" providerId="LiveId" clId="{60C00612-C8D2-4C03-8166-D39C670B028B}" dt="2026-08-24T09:09:28.729" v="2361" actId="478"/>
          <ac:picMkLst>
            <pc:docMk/>
            <pc:sldMk cId="0" sldId="258"/>
            <ac:picMk id="14" creationId="{4BAC171B-DA0A-7C9F-8D62-9E201E4AC34F}"/>
          </ac:picMkLst>
        </pc:picChg>
        <pc:picChg chg="add del mod">
          <ac:chgData name="kavin kishore" userId="79267bd8db179843" providerId="LiveId" clId="{60C00612-C8D2-4C03-8166-D39C670B028B}" dt="2026-08-24T14:14:34.397" v="3234" actId="478"/>
          <ac:picMkLst>
            <pc:docMk/>
            <pc:sldMk cId="0" sldId="258"/>
            <ac:picMk id="15" creationId="{06E2F13A-8270-7077-A87E-26B3B3E7698A}"/>
          </ac:picMkLst>
        </pc:picChg>
        <pc:picChg chg="add del mod">
          <ac:chgData name="kavin kishore" userId="79267bd8db179843" providerId="LiveId" clId="{60C00612-C8D2-4C03-8166-D39C670B028B}" dt="2026-08-24T09:11:41.500" v="2499" actId="478"/>
          <ac:picMkLst>
            <pc:docMk/>
            <pc:sldMk cId="0" sldId="258"/>
            <ac:picMk id="16" creationId="{C82BF6C1-D4C2-5A14-2F26-A37C2A1F23FD}"/>
          </ac:picMkLst>
        </pc:picChg>
        <pc:picChg chg="add del mod">
          <ac:chgData name="kavin kishore" userId="79267bd8db179843" providerId="LiveId" clId="{60C00612-C8D2-4C03-8166-D39C670B028B}" dt="2026-08-24T14:13:43.228" v="3219" actId="478"/>
          <ac:picMkLst>
            <pc:docMk/>
            <pc:sldMk cId="0" sldId="258"/>
            <ac:picMk id="18" creationId="{D739873E-F67B-AC01-5D25-C869E0E723FF}"/>
          </ac:picMkLst>
        </pc:picChg>
        <pc:picChg chg="add del mod">
          <ac:chgData name="kavin kishore" userId="79267bd8db179843" providerId="LiveId" clId="{60C00612-C8D2-4C03-8166-D39C670B028B}" dt="2026-08-24T09:14:52.191" v="2634" actId="478"/>
          <ac:picMkLst>
            <pc:docMk/>
            <pc:sldMk cId="0" sldId="258"/>
            <ac:picMk id="20" creationId="{9AEAABE0-F698-0614-B306-FF8715EDBB32}"/>
          </ac:picMkLst>
        </pc:picChg>
        <pc:picChg chg="add del mod">
          <ac:chgData name="kavin kishore" userId="79267bd8db179843" providerId="LiveId" clId="{60C00612-C8D2-4C03-8166-D39C670B028B}" dt="2026-08-24T14:02:21.025" v="2812" actId="478"/>
          <ac:picMkLst>
            <pc:docMk/>
            <pc:sldMk cId="0" sldId="258"/>
            <ac:picMk id="22" creationId="{6EF23A69-0D8F-E68D-8097-E87182CDE00E}"/>
          </ac:picMkLst>
        </pc:picChg>
        <pc:picChg chg="add del mod">
          <ac:chgData name="kavin kishore" userId="79267bd8db179843" providerId="LiveId" clId="{60C00612-C8D2-4C03-8166-D39C670B028B}" dt="2026-08-24T14:02:22.691" v="2813" actId="478"/>
          <ac:picMkLst>
            <pc:docMk/>
            <pc:sldMk cId="0" sldId="258"/>
            <ac:picMk id="24" creationId="{B009EBA3-D144-DF25-542E-DD3A28BA974A}"/>
          </ac:picMkLst>
        </pc:picChg>
        <pc:picChg chg="add del mod">
          <ac:chgData name="kavin kishore" userId="79267bd8db179843" providerId="LiveId" clId="{60C00612-C8D2-4C03-8166-D39C670B028B}" dt="2026-08-24T06:34:32.959" v="269" actId="478"/>
          <ac:picMkLst>
            <pc:docMk/>
            <pc:sldMk cId="0" sldId="258"/>
            <ac:picMk id="29" creationId="{3D71B6BA-2EED-27E7-27F9-34D73B389E95}"/>
          </ac:picMkLst>
        </pc:picChg>
        <pc:picChg chg="add del mod modCrop">
          <ac:chgData name="kavin kishore" userId="79267bd8db179843" providerId="LiveId" clId="{60C00612-C8D2-4C03-8166-D39C670B028B}" dt="2026-08-24T06:32:38.572" v="249" actId="478"/>
          <ac:picMkLst>
            <pc:docMk/>
            <pc:sldMk cId="0" sldId="258"/>
            <ac:picMk id="32" creationId="{6DF35523-0EBF-71E5-1E2C-132C33D152B0}"/>
          </ac:picMkLst>
        </pc:picChg>
        <pc:picChg chg="add del mod modCrop">
          <ac:chgData name="kavin kishore" userId="79267bd8db179843" providerId="LiveId" clId="{60C00612-C8D2-4C03-8166-D39C670B028B}" dt="2026-08-24T14:08:55.780" v="3213" actId="478"/>
          <ac:picMkLst>
            <pc:docMk/>
            <pc:sldMk cId="0" sldId="258"/>
            <ac:picMk id="35" creationId="{C65CA437-6C23-1FB5-142D-97069788E32B}"/>
          </ac:picMkLst>
        </pc:picChg>
        <pc:picChg chg="add del mod modCrop">
          <ac:chgData name="kavin kishore" userId="79267bd8db179843" providerId="LiveId" clId="{60C00612-C8D2-4C03-8166-D39C670B028B}" dt="2026-08-24T14:39:41.436" v="3497" actId="14100"/>
          <ac:picMkLst>
            <pc:docMk/>
            <pc:sldMk cId="0" sldId="258"/>
            <ac:picMk id="37" creationId="{73CC4E7B-6C40-7E65-E306-3747DC9003DC}"/>
          </ac:picMkLst>
        </pc:picChg>
        <pc:picChg chg="add mod modCrop">
          <ac:chgData name="kavin kishore" userId="79267bd8db179843" providerId="LiveId" clId="{60C00612-C8D2-4C03-8166-D39C670B028B}" dt="2026-08-24T14:39:34.253" v="3495" actId="14100"/>
          <ac:picMkLst>
            <pc:docMk/>
            <pc:sldMk cId="0" sldId="258"/>
            <ac:picMk id="39" creationId="{3B49B765-5605-8644-972E-EA99057C02BF}"/>
          </ac:picMkLst>
        </pc:picChg>
        <pc:picChg chg="add mod modCrop">
          <ac:chgData name="kavin kishore" userId="79267bd8db179843" providerId="LiveId" clId="{60C00612-C8D2-4C03-8166-D39C670B028B}" dt="2026-08-25T05:00:23.407" v="4039" actId="1035"/>
          <ac:picMkLst>
            <pc:docMk/>
            <pc:sldMk cId="0" sldId="258"/>
            <ac:picMk id="41" creationId="{A1181FBD-3A4E-DEA6-F31A-8D16191363A0}"/>
          </ac:picMkLst>
        </pc:picChg>
        <pc:picChg chg="add del mod modCrop">
          <ac:chgData name="kavin kishore" userId="79267bd8db179843" providerId="LiveId" clId="{60C00612-C8D2-4C03-8166-D39C670B028B}" dt="2026-08-24T09:02:48.451" v="2204" actId="478"/>
          <ac:picMkLst>
            <pc:docMk/>
            <pc:sldMk cId="0" sldId="258"/>
            <ac:picMk id="46" creationId="{35204867-D2A2-9479-587A-A84B8DB668D5}"/>
          </ac:picMkLst>
        </pc:picChg>
        <pc:picChg chg="add del">
          <ac:chgData name="kavin kishore" userId="79267bd8db179843" providerId="LiveId" clId="{60C00612-C8D2-4C03-8166-D39C670B028B}" dt="2026-08-24T08:32:55.806" v="2104" actId="478"/>
          <ac:picMkLst>
            <pc:docMk/>
            <pc:sldMk cId="0" sldId="258"/>
            <ac:picMk id="48" creationId="{5AE6900C-F510-6280-AD44-9EDFD7CD96C0}"/>
          </ac:picMkLst>
        </pc:picChg>
        <pc:picChg chg="add del mod modCrop">
          <ac:chgData name="kavin kishore" userId="79267bd8db179843" providerId="LiveId" clId="{60C00612-C8D2-4C03-8166-D39C670B028B}" dt="2026-08-24T14:38:51.357" v="3435" actId="478"/>
          <ac:picMkLst>
            <pc:docMk/>
            <pc:sldMk cId="0" sldId="258"/>
            <ac:picMk id="50" creationId="{85133573-5400-EE95-4FC5-48291FEAC60E}"/>
          </ac:picMkLst>
        </pc:picChg>
        <pc:picChg chg="add mod">
          <ac:chgData name="kavin kishore" userId="79267bd8db179843" providerId="LiveId" clId="{60C00612-C8D2-4C03-8166-D39C670B028B}" dt="2026-08-25T05:00:16.237" v="4032" actId="1036"/>
          <ac:picMkLst>
            <pc:docMk/>
            <pc:sldMk cId="0" sldId="258"/>
            <ac:picMk id="52" creationId="{A738A488-B350-C337-B13F-E991869CC463}"/>
          </ac:picMkLst>
        </pc:picChg>
      </pc:sldChg>
      <pc:sldChg chg="addSp delSp modSp mod ord">
        <pc:chgData name="kavin kishore" userId="79267bd8db179843" providerId="LiveId" clId="{60C00612-C8D2-4C03-8166-D39C670B028B}" dt="2026-08-25T04:58:52.309" v="4026" actId="339"/>
        <pc:sldMkLst>
          <pc:docMk/>
          <pc:sldMk cId="0" sldId="259"/>
        </pc:sldMkLst>
        <pc:spChg chg="add del">
          <ac:chgData name="kavin kishore" userId="79267bd8db179843" providerId="LiveId" clId="{60C00612-C8D2-4C03-8166-D39C670B028B}" dt="2026-08-24T06:46:02.378" v="330" actId="12084"/>
          <ac:spMkLst>
            <pc:docMk/>
            <pc:sldMk cId="0" sldId="259"/>
            <ac:spMk id="5" creationId="{09C62C28-7BE6-83CE-5813-E97107037EB1}"/>
          </ac:spMkLst>
        </pc:spChg>
        <pc:spChg chg="del">
          <ac:chgData name="kavin kishore" userId="79267bd8db179843" providerId="LiveId" clId="{60C00612-C8D2-4C03-8166-D39C670B028B}" dt="2026-08-24T06:47:08.286" v="348" actId="12084"/>
          <ac:spMkLst>
            <pc:docMk/>
            <pc:sldMk cId="0" sldId="259"/>
            <ac:spMk id="39" creationId="{7257A3BA-553D-4295-8B87-2243064D6DE7}"/>
          </ac:spMkLst>
        </pc:spChg>
        <pc:spChg chg="add mod">
          <ac:chgData name="kavin kishore" userId="79267bd8db179843" providerId="LiveId" clId="{60C00612-C8D2-4C03-8166-D39C670B028B}" dt="2026-08-24T06:54:25.912" v="448" actId="767"/>
          <ac:spMkLst>
            <pc:docMk/>
            <pc:sldMk cId="0" sldId="259"/>
            <ac:spMk id="44" creationId="{9E7BEA10-2DD5-7B8E-63FC-9F2470D82CC2}"/>
          </ac:spMkLst>
        </pc:spChg>
        <pc:graphicFrameChg chg="add mod">
          <ac:chgData name="kavin kishore" userId="79267bd8db179843" providerId="LiveId" clId="{60C00612-C8D2-4C03-8166-D39C670B028B}" dt="2026-08-24T06:45:34.554" v="328" actId="14100"/>
          <ac:graphicFrameMkLst>
            <pc:docMk/>
            <pc:sldMk cId="0" sldId="259"/>
            <ac:graphicFrameMk id="41" creationId="{14612753-2732-9FF3-6F50-EEE76445E517}"/>
          </ac:graphicFrameMkLst>
        </pc:graphicFrameChg>
        <pc:graphicFrameChg chg="add mod modGraphic">
          <ac:chgData name="kavin kishore" userId="79267bd8db179843" providerId="LiveId" clId="{60C00612-C8D2-4C03-8166-D39C670B028B}" dt="2026-08-24T14:42:50.722" v="3583" actId="1036"/>
          <ac:graphicFrameMkLst>
            <pc:docMk/>
            <pc:sldMk cId="0" sldId="259"/>
            <ac:graphicFrameMk id="42" creationId="{5E1F8BDC-9843-9E21-0176-B34C544B36C6}"/>
          </ac:graphicFrameMkLst>
        </pc:graphicFrameChg>
        <pc:graphicFrameChg chg="add del mod modGraphic">
          <ac:chgData name="kavin kishore" userId="79267bd8db179843" providerId="LiveId" clId="{60C00612-C8D2-4C03-8166-D39C670B028B}" dt="2026-08-25T04:58:52.309" v="4026" actId="339"/>
          <ac:graphicFrameMkLst>
            <pc:docMk/>
            <pc:sldMk cId="0" sldId="259"/>
            <ac:graphicFrameMk id="43" creationId="{7F03A440-89B6-5420-E6F7-E68B16BE9CED}"/>
          </ac:graphicFrameMkLst>
        </pc:graphicFrameChg>
      </pc:sldChg>
      <pc:sldChg chg="addSp delSp modSp mod">
        <pc:chgData name="kavin kishore" userId="79267bd8db179843" providerId="LiveId" clId="{60C00612-C8D2-4C03-8166-D39C670B028B}" dt="2026-08-25T06:13:04.156" v="4247" actId="1037"/>
        <pc:sldMkLst>
          <pc:docMk/>
          <pc:sldMk cId="0" sldId="260"/>
        </pc:sldMkLst>
        <pc:spChg chg="add mod">
          <ac:chgData name="kavin kishore" userId="79267bd8db179843" providerId="LiveId" clId="{60C00612-C8D2-4C03-8166-D39C670B028B}" dt="2026-08-25T06:12:42.114" v="4237" actId="1037"/>
          <ac:spMkLst>
            <pc:docMk/>
            <pc:sldMk cId="0" sldId="260"/>
            <ac:spMk id="5" creationId="{4616A57D-0189-BCC6-73D3-57D5AE501436}"/>
          </ac:spMkLst>
        </pc:spChg>
        <pc:spChg chg="del">
          <ac:chgData name="kavin kishore" userId="79267bd8db179843" providerId="LiveId" clId="{60C00612-C8D2-4C03-8166-D39C670B028B}" dt="2026-08-24T06:55:13.622" v="489" actId="12084"/>
          <ac:spMkLst>
            <pc:docMk/>
            <pc:sldMk cId="0" sldId="260"/>
            <ac:spMk id="5" creationId="{E8BBC976-1A06-B09E-A2CA-DB0E298D0516}"/>
          </ac:spMkLst>
        </pc:spChg>
        <pc:spChg chg="del mod">
          <ac:chgData name="kavin kishore" userId="79267bd8db179843" providerId="LiveId" clId="{60C00612-C8D2-4C03-8166-D39C670B028B}" dt="2026-08-24T08:07:25.102" v="1690" actId="478"/>
          <ac:spMkLst>
            <pc:docMk/>
            <pc:sldMk cId="0" sldId="260"/>
            <ac:spMk id="9" creationId="{00000000-0000-0000-0000-000000000000}"/>
          </ac:spMkLst>
        </pc:spChg>
        <pc:spChg chg="add mod">
          <ac:chgData name="kavin kishore" userId="79267bd8db179843" providerId="LiveId" clId="{60C00612-C8D2-4C03-8166-D39C670B028B}" dt="2026-08-25T06:13:04.156" v="4247" actId="1037"/>
          <ac:spMkLst>
            <pc:docMk/>
            <pc:sldMk cId="0" sldId="260"/>
            <ac:spMk id="9" creationId="{6B17E720-21A9-1EF9-82D6-BDF791D10308}"/>
          </ac:spMkLst>
        </pc:spChg>
        <pc:spChg chg="add del mod">
          <ac:chgData name="kavin kishore" userId="79267bd8db179843" providerId="LiveId" clId="{60C00612-C8D2-4C03-8166-D39C670B028B}" dt="2026-08-25T03:36:16.100" v="3838" actId="478"/>
          <ac:spMkLst>
            <pc:docMk/>
            <pc:sldMk cId="0" sldId="260"/>
            <ac:spMk id="10" creationId="{FDEC2165-9B12-3EBA-57DC-5E8B89867FFD}"/>
          </ac:spMkLst>
        </pc:spChg>
        <pc:spChg chg="del">
          <ac:chgData name="kavin kishore" userId="79267bd8db179843" providerId="LiveId" clId="{60C00612-C8D2-4C03-8166-D39C670B028B}" dt="2026-08-24T07:56:14.632" v="1143" actId="478"/>
          <ac:spMkLst>
            <pc:docMk/>
            <pc:sldMk cId="0" sldId="260"/>
            <ac:spMk id="11" creationId="{00000000-0000-0000-0000-000000000000}"/>
          </ac:spMkLst>
        </pc:spChg>
        <pc:spChg chg="add mod">
          <ac:chgData name="kavin kishore" userId="79267bd8db179843" providerId="LiveId" clId="{60C00612-C8D2-4C03-8166-D39C670B028B}" dt="2026-08-25T06:12:42.114" v="4237" actId="1037"/>
          <ac:spMkLst>
            <pc:docMk/>
            <pc:sldMk cId="0" sldId="260"/>
            <ac:spMk id="12" creationId="{73D88E6A-B3A4-E15C-A0B2-B034F6F49BA6}"/>
          </ac:spMkLst>
        </pc:spChg>
        <pc:spChg chg="add mod">
          <ac:chgData name="kavin kishore" userId="79267bd8db179843" providerId="LiveId" clId="{60C00612-C8D2-4C03-8166-D39C670B028B}" dt="2026-08-25T06:12:42.114" v="4237" actId="1037"/>
          <ac:spMkLst>
            <pc:docMk/>
            <pc:sldMk cId="0" sldId="260"/>
            <ac:spMk id="14" creationId="{9788051D-25CE-0F08-54BC-242504A55F32}"/>
          </ac:spMkLst>
        </pc:spChg>
        <pc:spChg chg="add mod">
          <ac:chgData name="kavin kishore" userId="79267bd8db179843" providerId="LiveId" clId="{60C00612-C8D2-4C03-8166-D39C670B028B}" dt="2026-08-25T06:12:42.114" v="4237" actId="1037"/>
          <ac:spMkLst>
            <pc:docMk/>
            <pc:sldMk cId="0" sldId="260"/>
            <ac:spMk id="16" creationId="{4B04B638-736F-E4C8-CC53-9D3C69B1DAF3}"/>
          </ac:spMkLst>
        </pc:spChg>
        <pc:spChg chg="add mod">
          <ac:chgData name="kavin kishore" userId="79267bd8db179843" providerId="LiveId" clId="{60C00612-C8D2-4C03-8166-D39C670B028B}" dt="2026-08-25T06:12:42.114" v="4237" actId="1037"/>
          <ac:spMkLst>
            <pc:docMk/>
            <pc:sldMk cId="0" sldId="260"/>
            <ac:spMk id="18" creationId="{61AB5791-910C-4F98-F562-CE81E8BA9D0D}"/>
          </ac:spMkLst>
        </pc:spChg>
        <pc:spChg chg="add mod">
          <ac:chgData name="kavin kishore" userId="79267bd8db179843" providerId="LiveId" clId="{60C00612-C8D2-4C03-8166-D39C670B028B}" dt="2026-08-25T06:12:42.114" v="4237" actId="1037"/>
          <ac:spMkLst>
            <pc:docMk/>
            <pc:sldMk cId="0" sldId="260"/>
            <ac:spMk id="20" creationId="{F1932E10-BE98-95BB-4153-6AD589377918}"/>
          </ac:spMkLst>
        </pc:spChg>
        <pc:spChg chg="add mod">
          <ac:chgData name="kavin kishore" userId="79267bd8db179843" providerId="LiveId" clId="{60C00612-C8D2-4C03-8166-D39C670B028B}" dt="2026-08-25T06:12:42.114" v="4237" actId="1037"/>
          <ac:spMkLst>
            <pc:docMk/>
            <pc:sldMk cId="0" sldId="260"/>
            <ac:spMk id="22" creationId="{1213DE8E-0430-CCF1-DDB7-A1B7D414B41E}"/>
          </ac:spMkLst>
        </pc:spChg>
        <pc:spChg chg="del mod">
          <ac:chgData name="kavin kishore" userId="79267bd8db179843" providerId="LiveId" clId="{60C00612-C8D2-4C03-8166-D39C670B028B}" dt="2026-08-24T07:58:28.837" v="1260" actId="478"/>
          <ac:spMkLst>
            <pc:docMk/>
            <pc:sldMk cId="0" sldId="260"/>
            <ac:spMk id="34" creationId="{25E5BF8D-6B73-9020-4DD5-E8BB604730A6}"/>
          </ac:spMkLst>
        </pc:spChg>
        <pc:spChg chg="add del mod">
          <ac:chgData name="kavin kishore" userId="79267bd8db179843" providerId="LiveId" clId="{60C00612-C8D2-4C03-8166-D39C670B028B}" dt="2026-08-24T08:07:22.110" v="1689" actId="478"/>
          <ac:spMkLst>
            <pc:docMk/>
            <pc:sldMk cId="0" sldId="260"/>
            <ac:spMk id="41" creationId="{BE7F0BD4-93BD-60AC-0AD2-C4888DCA5E3F}"/>
          </ac:spMkLst>
        </pc:spChg>
        <pc:graphicFrameChg chg="add mod">
          <ac:chgData name="kavin kishore" userId="79267bd8db179843" providerId="LiveId" clId="{60C00612-C8D2-4C03-8166-D39C670B028B}" dt="2026-08-25T05:21:12.715" v="4041" actId="13822"/>
          <ac:graphicFrameMkLst>
            <pc:docMk/>
            <pc:sldMk cId="0" sldId="260"/>
            <ac:graphicFrameMk id="36" creationId="{1453B8E0-1B07-B43A-AF0C-F4BD729BBE9B}"/>
          </ac:graphicFrameMkLst>
        </pc:graphicFrameChg>
        <pc:picChg chg="add del mod">
          <ac:chgData name="kavin kishore" userId="79267bd8db179843" providerId="LiveId" clId="{60C00612-C8D2-4C03-8166-D39C670B028B}" dt="2026-08-24T08:02:09.936" v="1387" actId="478"/>
          <ac:picMkLst>
            <pc:docMk/>
            <pc:sldMk cId="0" sldId="260"/>
            <ac:picMk id="38" creationId="{48D565DF-C572-6CE6-8020-3BDD8254DCBC}"/>
          </ac:picMkLst>
        </pc:picChg>
        <pc:picChg chg="add mod modCrop">
          <ac:chgData name="kavin kishore" userId="79267bd8db179843" providerId="LiveId" clId="{60C00612-C8D2-4C03-8166-D39C670B028B}" dt="2026-08-25T06:12:28.258" v="4219" actId="1076"/>
          <ac:picMkLst>
            <pc:docMk/>
            <pc:sldMk cId="0" sldId="260"/>
            <ac:picMk id="40" creationId="{385EC60C-F4EC-DEEF-80C4-524AF903756D}"/>
          </ac:picMkLst>
        </pc:picChg>
      </pc:sldChg>
      <pc:sldChg chg="modSp mod">
        <pc:chgData name="kavin kishore" userId="79267bd8db179843" providerId="LiveId" clId="{60C00612-C8D2-4C03-8166-D39C670B028B}" dt="2026-08-24T08:47:29.509" v="2185" actId="2710"/>
        <pc:sldMkLst>
          <pc:docMk/>
          <pc:sldMk cId="0" sldId="261"/>
        </pc:sldMkLst>
        <pc:spChg chg="mod">
          <ac:chgData name="kavin kishore" userId="79267bd8db179843" providerId="LiveId" clId="{60C00612-C8D2-4C03-8166-D39C670B028B}" dt="2026-08-24T08:47:29.509" v="2185" actId="2710"/>
          <ac:spMkLst>
            <pc:docMk/>
            <pc:sldMk cId="0" sldId="261"/>
            <ac:spMk id="23" creationId="{E4AD755E-51F8-D9F3-A941-713204717444}"/>
          </ac:spMkLst>
        </pc:spChg>
      </pc:sldChg>
      <pc:sldChg chg="new del">
        <pc:chgData name="kavin kishore" userId="79267bd8db179843" providerId="LiveId" clId="{60C00612-C8D2-4C03-8166-D39C670B028B}" dt="2026-08-25T05:58:48.231" v="4043" actId="47"/>
        <pc:sldMkLst>
          <pc:docMk/>
          <pc:sldMk cId="1022299396" sldId="26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B2CB2-00F4-4249-9F75-B3794CD8AAE6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473262D5-31BA-4C64-96D7-2C2DC9859C96}">
      <dgm:prSet custT="1"/>
      <dgm:spPr>
        <a:solidFill>
          <a:srgbClr val="00B0F0"/>
        </a:solidFill>
      </dgm:spPr>
      <dgm:t>
        <a:bodyPr/>
        <a:lstStyle/>
        <a:p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Software</a:t>
          </a:r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Python, Pandas, NumPy, SciPy, Scikit-learn</a:t>
          </a:r>
        </a:p>
      </dgm:t>
    </dgm:pt>
    <dgm:pt modelId="{6D1D4566-C478-42C7-808F-5EBCF7352BF0}" type="parTrans" cxnId="{4B112405-F0AB-425B-8D6B-EBB0EC61CCD8}">
      <dgm:prSet/>
      <dgm:spPr/>
      <dgm:t>
        <a:bodyPr/>
        <a:lstStyle/>
        <a:p>
          <a:endParaRPr lang="en-IN"/>
        </a:p>
      </dgm:t>
    </dgm:pt>
    <dgm:pt modelId="{43AD2FF3-CDDC-4CB6-A863-161F78BA8B3C}" type="sibTrans" cxnId="{4B112405-F0AB-425B-8D6B-EBB0EC61CCD8}">
      <dgm:prSet/>
      <dgm:spPr/>
      <dgm:t>
        <a:bodyPr/>
        <a:lstStyle/>
        <a:p>
          <a:endParaRPr lang="en-IN"/>
        </a:p>
      </dgm:t>
    </dgm:pt>
    <dgm:pt modelId="{C2C402BE-5C82-496D-98DE-12D36585F0A5}">
      <dgm:prSet custT="1"/>
      <dgm:spPr/>
      <dgm:t>
        <a:bodyPr/>
        <a:lstStyle/>
        <a:p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AI/ML</a:t>
          </a:r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    </a:t>
          </a:r>
          <a:r>
            <a:rPr lang="en-IN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 XG Boost </a:t>
          </a:r>
        </a:p>
      </dgm:t>
    </dgm:pt>
    <dgm:pt modelId="{BC8F02F3-7956-48B3-AE30-179D5075048A}" type="parTrans" cxnId="{B93BE218-2D70-4B93-99A7-76690ED5D56D}">
      <dgm:prSet/>
      <dgm:spPr/>
      <dgm:t>
        <a:bodyPr/>
        <a:lstStyle/>
        <a:p>
          <a:endParaRPr lang="en-IN"/>
        </a:p>
      </dgm:t>
    </dgm:pt>
    <dgm:pt modelId="{1DA65E5A-9AE5-4BDF-BAC5-74D59183462C}" type="sibTrans" cxnId="{B93BE218-2D70-4B93-99A7-76690ED5D56D}">
      <dgm:prSet/>
      <dgm:spPr/>
      <dgm:t>
        <a:bodyPr/>
        <a:lstStyle/>
        <a:p>
          <a:endParaRPr lang="en-IN"/>
        </a:p>
      </dgm:t>
    </dgm:pt>
    <dgm:pt modelId="{17385985-F012-4DCE-B38D-0F7B301C9A75}">
      <dgm:prSet custT="1"/>
      <dgm:spPr>
        <a:solidFill>
          <a:schemeClr val="tx1"/>
        </a:solidFill>
      </dgm:spPr>
      <dgm:t>
        <a:bodyPr/>
        <a:lstStyle/>
        <a:p>
          <a:pPr algn="ctr"/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       </a:t>
          </a:r>
          <a:r>
            <a:rPr lang="en-IN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Duty hours, Deployment records, Leave history, Workload data</a:t>
          </a:r>
          <a:endParaRPr lang="en-IN" sz="1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89D45F-6A07-4692-8688-1781D3400BF2}" type="parTrans" cxnId="{FBCDFD2E-4FCD-4D50-9124-26E4B6D58273}">
      <dgm:prSet/>
      <dgm:spPr/>
      <dgm:t>
        <a:bodyPr/>
        <a:lstStyle/>
        <a:p>
          <a:endParaRPr lang="en-IN"/>
        </a:p>
      </dgm:t>
    </dgm:pt>
    <dgm:pt modelId="{561C6140-B9B4-4128-8428-5674ED03ED0B}" type="sibTrans" cxnId="{FBCDFD2E-4FCD-4D50-9124-26E4B6D58273}">
      <dgm:prSet/>
      <dgm:spPr/>
      <dgm:t>
        <a:bodyPr/>
        <a:lstStyle/>
        <a:p>
          <a:endParaRPr lang="en-IN"/>
        </a:p>
      </dgm:t>
    </dgm:pt>
    <dgm:pt modelId="{A4B67525-CA88-480B-9854-099D84538F8D}">
      <dgm:prSet custT="1"/>
      <dgm:spPr/>
      <dgm:t>
        <a:bodyPr/>
        <a:lstStyle/>
        <a:p>
          <a:r>
            <a:rPr lang="en-IN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Visualization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17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Streamlit</a:t>
          </a:r>
          <a:r>
            <a:rPr lang="en-IN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 dashboard</a:t>
          </a:r>
        </a:p>
      </dgm:t>
    </dgm:pt>
    <dgm:pt modelId="{654C8276-4681-41C7-B41E-DFCA4D55CF35}" type="parTrans" cxnId="{1F7EC7C5-66D8-432B-9922-A244B798A220}">
      <dgm:prSet/>
      <dgm:spPr/>
      <dgm:t>
        <a:bodyPr/>
        <a:lstStyle/>
        <a:p>
          <a:endParaRPr lang="en-IN"/>
        </a:p>
      </dgm:t>
    </dgm:pt>
    <dgm:pt modelId="{9B07B8C4-7FDF-4835-9BBE-EC48D281CCE3}" type="sibTrans" cxnId="{1F7EC7C5-66D8-432B-9922-A244B798A220}">
      <dgm:prSet/>
      <dgm:spPr/>
      <dgm:t>
        <a:bodyPr/>
        <a:lstStyle/>
        <a:p>
          <a:endParaRPr lang="en-IN"/>
        </a:p>
      </dgm:t>
    </dgm:pt>
    <dgm:pt modelId="{9C526E2D-8AC5-4796-B664-4975022C5298}">
      <dgm:prSet/>
      <dgm:spPr/>
    </dgm:pt>
    <dgm:pt modelId="{A96C3B1D-61ED-4629-BDB2-259B83EDCA66}" type="parTrans" cxnId="{5AE6CE96-B014-4C81-8947-8BEBD28C2CD8}">
      <dgm:prSet/>
      <dgm:spPr/>
      <dgm:t>
        <a:bodyPr/>
        <a:lstStyle/>
        <a:p>
          <a:endParaRPr lang="en-IN"/>
        </a:p>
      </dgm:t>
    </dgm:pt>
    <dgm:pt modelId="{4C027E9A-6C95-47C1-8E5F-231F682EFE63}" type="sibTrans" cxnId="{5AE6CE96-B014-4C81-8947-8BEBD28C2CD8}">
      <dgm:prSet/>
      <dgm:spPr/>
      <dgm:t>
        <a:bodyPr/>
        <a:lstStyle/>
        <a:p>
          <a:endParaRPr lang="en-IN"/>
        </a:p>
      </dgm:t>
    </dgm:pt>
    <dgm:pt modelId="{1AA98B42-6AF5-4B56-B9C7-D1213B2B7077}">
      <dgm:prSet/>
      <dgm:spPr/>
    </dgm:pt>
    <dgm:pt modelId="{1250936D-6DA5-481F-88B9-532B83F8FCAD}" type="parTrans" cxnId="{C2695DF6-DCA0-4A2B-BD74-1E135A4B43EB}">
      <dgm:prSet/>
      <dgm:spPr/>
      <dgm:t>
        <a:bodyPr/>
        <a:lstStyle/>
        <a:p>
          <a:endParaRPr lang="en-IN"/>
        </a:p>
      </dgm:t>
    </dgm:pt>
    <dgm:pt modelId="{08B396A5-B740-4537-97AB-4095FBA71CD3}" type="sibTrans" cxnId="{C2695DF6-DCA0-4A2B-BD74-1E135A4B43EB}">
      <dgm:prSet/>
      <dgm:spPr/>
      <dgm:t>
        <a:bodyPr/>
        <a:lstStyle/>
        <a:p>
          <a:endParaRPr lang="en-IN"/>
        </a:p>
      </dgm:t>
    </dgm:pt>
    <dgm:pt modelId="{FA392E9C-1966-4719-BD95-2E4669788DE0}" type="pres">
      <dgm:prSet presAssocID="{287B2CB2-00F4-4249-9F75-B3794CD8AAE6}" presName="matrix" presStyleCnt="0">
        <dgm:presLayoutVars>
          <dgm:chMax val="1"/>
          <dgm:dir/>
          <dgm:resizeHandles val="exact"/>
        </dgm:presLayoutVars>
      </dgm:prSet>
      <dgm:spPr/>
    </dgm:pt>
    <dgm:pt modelId="{49A6890F-0F2C-44FF-B43A-93D843E28C9A}" type="pres">
      <dgm:prSet presAssocID="{287B2CB2-00F4-4249-9F75-B3794CD8AAE6}" presName="diamond" presStyleLbl="bgShp" presStyleIdx="0" presStyleCnt="1" custLinFactNeighborX="416"/>
      <dgm:spPr/>
    </dgm:pt>
    <dgm:pt modelId="{2A10DC7D-408F-49CA-B3BF-6A47D4125494}" type="pres">
      <dgm:prSet presAssocID="{287B2CB2-00F4-4249-9F75-B3794CD8AAE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A80E80-3AE8-4F02-BE20-EC7E66B581C8}" type="pres">
      <dgm:prSet presAssocID="{287B2CB2-00F4-4249-9F75-B3794CD8AAE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312650D-65C7-4DC6-B8FB-49BC8F4CB036}" type="pres">
      <dgm:prSet presAssocID="{287B2CB2-00F4-4249-9F75-B3794CD8AAE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FB9E8C5-8FFD-42CE-B698-DF6FE75DEF1C}" type="pres">
      <dgm:prSet presAssocID="{287B2CB2-00F4-4249-9F75-B3794CD8AAE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B112405-F0AB-425B-8D6B-EBB0EC61CCD8}" srcId="{287B2CB2-00F4-4249-9F75-B3794CD8AAE6}" destId="{473262D5-31BA-4C64-96D7-2C2DC9859C96}" srcOrd="0" destOrd="0" parTransId="{6D1D4566-C478-42C7-808F-5EBCF7352BF0}" sibTransId="{43AD2FF3-CDDC-4CB6-A863-161F78BA8B3C}"/>
    <dgm:cxn modelId="{B93BE218-2D70-4B93-99A7-76690ED5D56D}" srcId="{287B2CB2-00F4-4249-9F75-B3794CD8AAE6}" destId="{C2C402BE-5C82-496D-98DE-12D36585F0A5}" srcOrd="1" destOrd="0" parTransId="{BC8F02F3-7956-48B3-AE30-179D5075048A}" sibTransId="{1DA65E5A-9AE5-4BDF-BAC5-74D59183462C}"/>
    <dgm:cxn modelId="{FBCDFD2E-4FCD-4D50-9124-26E4B6D58273}" srcId="{287B2CB2-00F4-4249-9F75-B3794CD8AAE6}" destId="{17385985-F012-4DCE-B38D-0F7B301C9A75}" srcOrd="2" destOrd="0" parTransId="{4C89D45F-6A07-4692-8688-1781D3400BF2}" sibTransId="{561C6140-B9B4-4128-8428-5674ED03ED0B}"/>
    <dgm:cxn modelId="{40E67142-92ED-49F4-BE61-9C1B5DA4C344}" type="presOf" srcId="{17385985-F012-4DCE-B38D-0F7B301C9A75}" destId="{0312650D-65C7-4DC6-B8FB-49BC8F4CB036}" srcOrd="0" destOrd="0" presId="urn:microsoft.com/office/officeart/2005/8/layout/matrix3"/>
    <dgm:cxn modelId="{197EEB46-03FA-47AF-9BB1-BF1E0C9F3FF6}" type="presOf" srcId="{C2C402BE-5C82-496D-98DE-12D36585F0A5}" destId="{04A80E80-3AE8-4F02-BE20-EC7E66B581C8}" srcOrd="0" destOrd="0" presId="urn:microsoft.com/office/officeart/2005/8/layout/matrix3"/>
    <dgm:cxn modelId="{5AE6CE96-B014-4C81-8947-8BEBD28C2CD8}" srcId="{287B2CB2-00F4-4249-9F75-B3794CD8AAE6}" destId="{9C526E2D-8AC5-4796-B664-4975022C5298}" srcOrd="4" destOrd="0" parTransId="{A96C3B1D-61ED-4629-BDB2-259B83EDCA66}" sibTransId="{4C027E9A-6C95-47C1-8E5F-231F682EFE63}"/>
    <dgm:cxn modelId="{77D690B6-87F5-4490-A654-4B0071EF573C}" type="presOf" srcId="{287B2CB2-00F4-4249-9F75-B3794CD8AAE6}" destId="{FA392E9C-1966-4719-BD95-2E4669788DE0}" srcOrd="0" destOrd="0" presId="urn:microsoft.com/office/officeart/2005/8/layout/matrix3"/>
    <dgm:cxn modelId="{BB843FBE-699C-4306-B3A5-2E5901FF6377}" type="presOf" srcId="{473262D5-31BA-4C64-96D7-2C2DC9859C96}" destId="{2A10DC7D-408F-49CA-B3BF-6A47D4125494}" srcOrd="0" destOrd="0" presId="urn:microsoft.com/office/officeart/2005/8/layout/matrix3"/>
    <dgm:cxn modelId="{1F7EC7C5-66D8-432B-9922-A244B798A220}" srcId="{287B2CB2-00F4-4249-9F75-B3794CD8AAE6}" destId="{A4B67525-CA88-480B-9854-099D84538F8D}" srcOrd="3" destOrd="0" parTransId="{654C8276-4681-41C7-B41E-DFCA4D55CF35}" sibTransId="{9B07B8C4-7FDF-4835-9BBE-EC48D281CCE3}"/>
    <dgm:cxn modelId="{C2695DF6-DCA0-4A2B-BD74-1E135A4B43EB}" srcId="{287B2CB2-00F4-4249-9F75-B3794CD8AAE6}" destId="{1AA98B42-6AF5-4B56-B9C7-D1213B2B7077}" srcOrd="5" destOrd="0" parTransId="{1250936D-6DA5-481F-88B9-532B83F8FCAD}" sibTransId="{08B396A5-B740-4537-97AB-4095FBA71CD3}"/>
    <dgm:cxn modelId="{079DCDFC-BE76-4A16-BA2D-23AFEBFE5B90}" type="presOf" srcId="{A4B67525-CA88-480B-9854-099D84538F8D}" destId="{2FB9E8C5-8FFD-42CE-B698-DF6FE75DEF1C}" srcOrd="0" destOrd="0" presId="urn:microsoft.com/office/officeart/2005/8/layout/matrix3"/>
    <dgm:cxn modelId="{CE0462E2-AD35-477A-90AB-EBFA7DFCC6C5}" type="presParOf" srcId="{FA392E9C-1966-4719-BD95-2E4669788DE0}" destId="{49A6890F-0F2C-44FF-B43A-93D843E28C9A}" srcOrd="0" destOrd="0" presId="urn:microsoft.com/office/officeart/2005/8/layout/matrix3"/>
    <dgm:cxn modelId="{ED04CE87-7F5E-4E8E-A95C-7B53DD22D802}" type="presParOf" srcId="{FA392E9C-1966-4719-BD95-2E4669788DE0}" destId="{2A10DC7D-408F-49CA-B3BF-6A47D4125494}" srcOrd="1" destOrd="0" presId="urn:microsoft.com/office/officeart/2005/8/layout/matrix3"/>
    <dgm:cxn modelId="{849BC37B-A098-46E3-9337-7249DC8AE2FC}" type="presParOf" srcId="{FA392E9C-1966-4719-BD95-2E4669788DE0}" destId="{04A80E80-3AE8-4F02-BE20-EC7E66B581C8}" srcOrd="2" destOrd="0" presId="urn:microsoft.com/office/officeart/2005/8/layout/matrix3"/>
    <dgm:cxn modelId="{A568FBA1-CA23-40F6-AA5E-2F6545209A81}" type="presParOf" srcId="{FA392E9C-1966-4719-BD95-2E4669788DE0}" destId="{0312650D-65C7-4DC6-B8FB-49BC8F4CB036}" srcOrd="3" destOrd="0" presId="urn:microsoft.com/office/officeart/2005/8/layout/matrix3"/>
    <dgm:cxn modelId="{5D817ACB-2450-48A0-8A3A-6ABA729D9382}" type="presParOf" srcId="{FA392E9C-1966-4719-BD95-2E4669788DE0}" destId="{2FB9E8C5-8FFD-42CE-B698-DF6FE75DEF1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2B7266-2F26-4966-BEF8-DD5C91E887A4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FEA5666-7D36-4D4E-A233-36FAE122D8A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Uses existing and easily accessible AI/ML technologies such as Python and Scikit-learn.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2E5696-1351-4B5F-A0DF-19CA64DC62F2}" type="parTrans" cxnId="{CD1BDBC4-CB23-47FF-BC41-629E89A1E294}">
      <dgm:prSet/>
      <dgm:spPr/>
      <dgm:t>
        <a:bodyPr/>
        <a:lstStyle/>
        <a:p>
          <a:endParaRPr lang="en-IN"/>
        </a:p>
      </dgm:t>
    </dgm:pt>
    <dgm:pt modelId="{C7F38297-731D-429C-A7AF-C63907A0E89D}" type="sibTrans" cxnId="{CD1BDBC4-CB23-47FF-BC41-629E89A1E294}">
      <dgm:prSet/>
      <dgm:spPr/>
      <dgm:t>
        <a:bodyPr/>
        <a:lstStyle/>
        <a:p>
          <a:endParaRPr lang="en-IN" dirty="0"/>
        </a:p>
      </dgm:t>
    </dgm:pt>
    <dgm:pt modelId="{2D2C7146-707B-4D51-8503-4961C78DCC7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Can initially be developed using public physiological datasets, without requiring hardware.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21C18F-0AAD-415A-B163-2777568B3857}" type="parTrans" cxnId="{240257F0-5907-4EC7-A316-FF0367DC1EE6}">
      <dgm:prSet/>
      <dgm:spPr/>
      <dgm:t>
        <a:bodyPr/>
        <a:lstStyle/>
        <a:p>
          <a:endParaRPr lang="en-IN"/>
        </a:p>
      </dgm:t>
    </dgm:pt>
    <dgm:pt modelId="{3728EFA3-90B5-41C9-BD6D-8ABEC715930F}" type="sibTrans" cxnId="{240257F0-5907-4EC7-A316-FF0367DC1EE6}">
      <dgm:prSet/>
      <dgm:spPr/>
      <dgm:t>
        <a:bodyPr/>
        <a:lstStyle/>
        <a:p>
          <a:endParaRPr lang="en-IN" dirty="0"/>
        </a:p>
      </dgm:t>
    </dgm:pt>
    <dgm:pt modelId="{AF0A895D-5B0E-4E0F-87A8-AF581776FD0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can be deployed as a web-based dashboard using Streamlit</a:t>
          </a:r>
          <a:r>
            <a:rPr lang="en-US" dirty="0"/>
            <a:t>.</a:t>
          </a:r>
          <a:endParaRPr lang="en-IN" dirty="0"/>
        </a:p>
      </dgm:t>
    </dgm:pt>
    <dgm:pt modelId="{AFA81940-7294-4FAE-8392-B4FB022295CD}" type="parTrans" cxnId="{0A0AE8CA-C704-48FA-95A0-E99DCACA9E38}">
      <dgm:prSet/>
      <dgm:spPr/>
      <dgm:t>
        <a:bodyPr/>
        <a:lstStyle/>
        <a:p>
          <a:endParaRPr lang="en-IN"/>
        </a:p>
      </dgm:t>
    </dgm:pt>
    <dgm:pt modelId="{81A6FF87-D397-43ED-A8A6-A7D2F23688CD}" type="sibTrans" cxnId="{0A0AE8CA-C704-48FA-95A0-E99DCACA9E38}">
      <dgm:prSet/>
      <dgm:spPr/>
      <dgm:t>
        <a:bodyPr/>
        <a:lstStyle/>
        <a:p>
          <a:endParaRPr lang="en-IN" dirty="0"/>
        </a:p>
      </dgm:t>
    </dgm:pt>
    <dgm:pt modelId="{DC6ED1A7-BC56-4937-9B11-B61F2FFF360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Requires relatively low-cost computing resources for the prototype.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FBFCAB-B1FB-4383-B9BA-B9A8C07EB039}" type="parTrans" cxnId="{EA067BD9-2C22-4391-8DE9-FBB7304A35D3}">
      <dgm:prSet/>
      <dgm:spPr/>
      <dgm:t>
        <a:bodyPr/>
        <a:lstStyle/>
        <a:p>
          <a:endParaRPr lang="en-IN"/>
        </a:p>
      </dgm:t>
    </dgm:pt>
    <dgm:pt modelId="{859B91DC-542C-4067-B44A-461D0BF8DAA3}" type="sibTrans" cxnId="{EA067BD9-2C22-4391-8DE9-FBB7304A35D3}">
      <dgm:prSet/>
      <dgm:spPr/>
      <dgm:t>
        <a:bodyPr/>
        <a:lstStyle/>
        <a:p>
          <a:endParaRPr lang="en-IN"/>
        </a:p>
      </dgm:t>
    </dgm:pt>
    <dgm:pt modelId="{E3592EAC-1877-4619-A41B-E9EAA8491AC4}" type="pres">
      <dgm:prSet presAssocID="{092B7266-2F26-4966-BEF8-DD5C91E887A4}" presName="Name0" presStyleCnt="0">
        <dgm:presLayoutVars>
          <dgm:dir/>
          <dgm:resizeHandles val="exact"/>
        </dgm:presLayoutVars>
      </dgm:prSet>
      <dgm:spPr/>
    </dgm:pt>
    <dgm:pt modelId="{2FADBD9E-AB1E-4A73-AA43-39648E417013}" type="pres">
      <dgm:prSet presAssocID="{CFEA5666-7D36-4D4E-A233-36FAE122D8A0}" presName="node" presStyleLbl="node1" presStyleIdx="0" presStyleCnt="4">
        <dgm:presLayoutVars>
          <dgm:bulletEnabled val="1"/>
        </dgm:presLayoutVars>
      </dgm:prSet>
      <dgm:spPr/>
    </dgm:pt>
    <dgm:pt modelId="{F9076E42-6488-43EE-9946-307086E45BF4}" type="pres">
      <dgm:prSet presAssocID="{C7F38297-731D-429C-A7AF-C63907A0E89D}" presName="sibTrans" presStyleLbl="sibTrans2D1" presStyleIdx="0" presStyleCnt="3"/>
      <dgm:spPr/>
    </dgm:pt>
    <dgm:pt modelId="{7CC9CA65-DF33-426A-A7C5-0B6142B5483F}" type="pres">
      <dgm:prSet presAssocID="{C7F38297-731D-429C-A7AF-C63907A0E89D}" presName="connectorText" presStyleLbl="sibTrans2D1" presStyleIdx="0" presStyleCnt="3"/>
      <dgm:spPr/>
    </dgm:pt>
    <dgm:pt modelId="{FFCF8E11-E97A-48A3-9C47-B4F3404F5F3E}" type="pres">
      <dgm:prSet presAssocID="{2D2C7146-707B-4D51-8503-4961C78DCC70}" presName="node" presStyleLbl="node1" presStyleIdx="1" presStyleCnt="4">
        <dgm:presLayoutVars>
          <dgm:bulletEnabled val="1"/>
        </dgm:presLayoutVars>
      </dgm:prSet>
      <dgm:spPr/>
    </dgm:pt>
    <dgm:pt modelId="{CE10BCFD-6293-4C75-9618-56428759F829}" type="pres">
      <dgm:prSet presAssocID="{3728EFA3-90B5-41C9-BD6D-8ABEC715930F}" presName="sibTrans" presStyleLbl="sibTrans2D1" presStyleIdx="1" presStyleCnt="3"/>
      <dgm:spPr/>
    </dgm:pt>
    <dgm:pt modelId="{DA9E5B82-905A-46DD-993E-292F1CAF4106}" type="pres">
      <dgm:prSet presAssocID="{3728EFA3-90B5-41C9-BD6D-8ABEC715930F}" presName="connectorText" presStyleLbl="sibTrans2D1" presStyleIdx="1" presStyleCnt="3"/>
      <dgm:spPr/>
    </dgm:pt>
    <dgm:pt modelId="{79BD23A9-79A1-4C55-9C32-23AC0C6BAF09}" type="pres">
      <dgm:prSet presAssocID="{AF0A895D-5B0E-4E0F-87A8-AF581776FD01}" presName="node" presStyleLbl="node1" presStyleIdx="2" presStyleCnt="4">
        <dgm:presLayoutVars>
          <dgm:bulletEnabled val="1"/>
        </dgm:presLayoutVars>
      </dgm:prSet>
      <dgm:spPr/>
    </dgm:pt>
    <dgm:pt modelId="{DEE5E60E-2AB9-47E2-BF35-9B59E5E62463}" type="pres">
      <dgm:prSet presAssocID="{81A6FF87-D397-43ED-A8A6-A7D2F23688CD}" presName="sibTrans" presStyleLbl="sibTrans2D1" presStyleIdx="2" presStyleCnt="3"/>
      <dgm:spPr/>
    </dgm:pt>
    <dgm:pt modelId="{52EB4D6C-7CF9-4CBB-B3F2-051608BDAD0F}" type="pres">
      <dgm:prSet presAssocID="{81A6FF87-D397-43ED-A8A6-A7D2F23688CD}" presName="connectorText" presStyleLbl="sibTrans2D1" presStyleIdx="2" presStyleCnt="3"/>
      <dgm:spPr/>
    </dgm:pt>
    <dgm:pt modelId="{317953C3-D750-4217-8396-2728FFB68BBB}" type="pres">
      <dgm:prSet presAssocID="{DC6ED1A7-BC56-4937-9B11-B61F2FFF360D}" presName="node" presStyleLbl="node1" presStyleIdx="3" presStyleCnt="4">
        <dgm:presLayoutVars>
          <dgm:bulletEnabled val="1"/>
        </dgm:presLayoutVars>
      </dgm:prSet>
      <dgm:spPr/>
    </dgm:pt>
  </dgm:ptLst>
  <dgm:cxnLst>
    <dgm:cxn modelId="{6648850A-BA64-469C-BFA2-F87E842D1BAC}" type="presOf" srcId="{CFEA5666-7D36-4D4E-A233-36FAE122D8A0}" destId="{2FADBD9E-AB1E-4A73-AA43-39648E417013}" srcOrd="0" destOrd="0" presId="urn:microsoft.com/office/officeart/2005/8/layout/process1"/>
    <dgm:cxn modelId="{4A7F5516-A452-43F1-BC59-4C52ADF8048C}" type="presOf" srcId="{81A6FF87-D397-43ED-A8A6-A7D2F23688CD}" destId="{52EB4D6C-7CF9-4CBB-B3F2-051608BDAD0F}" srcOrd="1" destOrd="0" presId="urn:microsoft.com/office/officeart/2005/8/layout/process1"/>
    <dgm:cxn modelId="{EA999421-A6AF-4394-A075-57B828ED7D64}" type="presOf" srcId="{C7F38297-731D-429C-A7AF-C63907A0E89D}" destId="{F9076E42-6488-43EE-9946-307086E45BF4}" srcOrd="0" destOrd="0" presId="urn:microsoft.com/office/officeart/2005/8/layout/process1"/>
    <dgm:cxn modelId="{984F2837-7B9E-4D45-8A02-D78AAC54BEFC}" type="presOf" srcId="{2D2C7146-707B-4D51-8503-4961C78DCC70}" destId="{FFCF8E11-E97A-48A3-9C47-B4F3404F5F3E}" srcOrd="0" destOrd="0" presId="urn:microsoft.com/office/officeart/2005/8/layout/process1"/>
    <dgm:cxn modelId="{B6DD3643-8A4E-4E4D-B840-7F27379C16F8}" type="presOf" srcId="{092B7266-2F26-4966-BEF8-DD5C91E887A4}" destId="{E3592EAC-1877-4619-A41B-E9EAA8491AC4}" srcOrd="0" destOrd="0" presId="urn:microsoft.com/office/officeart/2005/8/layout/process1"/>
    <dgm:cxn modelId="{E4A16649-540C-4363-B936-EFA42C85E725}" type="presOf" srcId="{DC6ED1A7-BC56-4937-9B11-B61F2FFF360D}" destId="{317953C3-D750-4217-8396-2728FFB68BBB}" srcOrd="0" destOrd="0" presId="urn:microsoft.com/office/officeart/2005/8/layout/process1"/>
    <dgm:cxn modelId="{7BC2E3A6-EA63-4CF4-93FC-66CEDD4DDCD5}" type="presOf" srcId="{3728EFA3-90B5-41C9-BD6D-8ABEC715930F}" destId="{CE10BCFD-6293-4C75-9618-56428759F829}" srcOrd="0" destOrd="0" presId="urn:microsoft.com/office/officeart/2005/8/layout/process1"/>
    <dgm:cxn modelId="{68557FB4-416B-4775-9EFE-DE679D2F2F37}" type="presOf" srcId="{3728EFA3-90B5-41C9-BD6D-8ABEC715930F}" destId="{DA9E5B82-905A-46DD-993E-292F1CAF4106}" srcOrd="1" destOrd="0" presId="urn:microsoft.com/office/officeart/2005/8/layout/process1"/>
    <dgm:cxn modelId="{F0C37AB9-D1AC-49D9-8AE5-5867A56B4C44}" type="presOf" srcId="{AF0A895D-5B0E-4E0F-87A8-AF581776FD01}" destId="{79BD23A9-79A1-4C55-9C32-23AC0C6BAF09}" srcOrd="0" destOrd="0" presId="urn:microsoft.com/office/officeart/2005/8/layout/process1"/>
    <dgm:cxn modelId="{BF584ABC-E7AC-4320-B0E5-ABED0D44DCC7}" type="presOf" srcId="{C7F38297-731D-429C-A7AF-C63907A0E89D}" destId="{7CC9CA65-DF33-426A-A7C5-0B6142B5483F}" srcOrd="1" destOrd="0" presId="urn:microsoft.com/office/officeart/2005/8/layout/process1"/>
    <dgm:cxn modelId="{CD1BDBC4-CB23-47FF-BC41-629E89A1E294}" srcId="{092B7266-2F26-4966-BEF8-DD5C91E887A4}" destId="{CFEA5666-7D36-4D4E-A233-36FAE122D8A0}" srcOrd="0" destOrd="0" parTransId="{722E5696-1351-4B5F-A0DF-19CA64DC62F2}" sibTransId="{C7F38297-731D-429C-A7AF-C63907A0E89D}"/>
    <dgm:cxn modelId="{0A0AE8CA-C704-48FA-95A0-E99DCACA9E38}" srcId="{092B7266-2F26-4966-BEF8-DD5C91E887A4}" destId="{AF0A895D-5B0E-4E0F-87A8-AF581776FD01}" srcOrd="2" destOrd="0" parTransId="{AFA81940-7294-4FAE-8392-B4FB022295CD}" sibTransId="{81A6FF87-D397-43ED-A8A6-A7D2F23688CD}"/>
    <dgm:cxn modelId="{EA067BD9-2C22-4391-8DE9-FBB7304A35D3}" srcId="{092B7266-2F26-4966-BEF8-DD5C91E887A4}" destId="{DC6ED1A7-BC56-4937-9B11-B61F2FFF360D}" srcOrd="3" destOrd="0" parTransId="{DBFBFCAB-B1FB-4383-B9BA-B9A8C07EB039}" sibTransId="{859B91DC-542C-4067-B44A-461D0BF8DAA3}"/>
    <dgm:cxn modelId="{240257F0-5907-4EC7-A316-FF0367DC1EE6}" srcId="{092B7266-2F26-4966-BEF8-DD5C91E887A4}" destId="{2D2C7146-707B-4D51-8503-4961C78DCC70}" srcOrd="1" destOrd="0" parTransId="{BD21C18F-0AAD-415A-B163-2777568B3857}" sibTransId="{3728EFA3-90B5-41C9-BD6D-8ABEC715930F}"/>
    <dgm:cxn modelId="{5789D9F1-7BF3-4B7A-9DE8-9BB173F652A9}" type="presOf" srcId="{81A6FF87-D397-43ED-A8A6-A7D2F23688CD}" destId="{DEE5E60E-2AB9-47E2-BF35-9B59E5E62463}" srcOrd="0" destOrd="0" presId="urn:microsoft.com/office/officeart/2005/8/layout/process1"/>
    <dgm:cxn modelId="{E6F998E6-C72F-45C1-9A44-AA39BE8E6841}" type="presParOf" srcId="{E3592EAC-1877-4619-A41B-E9EAA8491AC4}" destId="{2FADBD9E-AB1E-4A73-AA43-39648E417013}" srcOrd="0" destOrd="0" presId="urn:microsoft.com/office/officeart/2005/8/layout/process1"/>
    <dgm:cxn modelId="{3D03683F-81A8-4A9A-BCC3-CB045031979C}" type="presParOf" srcId="{E3592EAC-1877-4619-A41B-E9EAA8491AC4}" destId="{F9076E42-6488-43EE-9946-307086E45BF4}" srcOrd="1" destOrd="0" presId="urn:microsoft.com/office/officeart/2005/8/layout/process1"/>
    <dgm:cxn modelId="{78A52298-BBD4-4B81-8505-6A20C6A8E202}" type="presParOf" srcId="{F9076E42-6488-43EE-9946-307086E45BF4}" destId="{7CC9CA65-DF33-426A-A7C5-0B6142B5483F}" srcOrd="0" destOrd="0" presId="urn:microsoft.com/office/officeart/2005/8/layout/process1"/>
    <dgm:cxn modelId="{123B369D-3C55-4C3B-9A16-73056535BD08}" type="presParOf" srcId="{E3592EAC-1877-4619-A41B-E9EAA8491AC4}" destId="{FFCF8E11-E97A-48A3-9C47-B4F3404F5F3E}" srcOrd="2" destOrd="0" presId="urn:microsoft.com/office/officeart/2005/8/layout/process1"/>
    <dgm:cxn modelId="{FA6A2FB4-E60C-4F8C-8DD7-95FE8DE1420C}" type="presParOf" srcId="{E3592EAC-1877-4619-A41B-E9EAA8491AC4}" destId="{CE10BCFD-6293-4C75-9618-56428759F829}" srcOrd="3" destOrd="0" presId="urn:microsoft.com/office/officeart/2005/8/layout/process1"/>
    <dgm:cxn modelId="{C9CFF1EA-C27B-4358-87B3-491FCDCD05F1}" type="presParOf" srcId="{CE10BCFD-6293-4C75-9618-56428759F829}" destId="{DA9E5B82-905A-46DD-993E-292F1CAF4106}" srcOrd="0" destOrd="0" presId="urn:microsoft.com/office/officeart/2005/8/layout/process1"/>
    <dgm:cxn modelId="{EBF5AFAF-0B59-477D-ACBD-08C4D03A743B}" type="presParOf" srcId="{E3592EAC-1877-4619-A41B-E9EAA8491AC4}" destId="{79BD23A9-79A1-4C55-9C32-23AC0C6BAF09}" srcOrd="4" destOrd="0" presId="urn:microsoft.com/office/officeart/2005/8/layout/process1"/>
    <dgm:cxn modelId="{49637F8A-0944-4F29-8294-8AAFD1FFDB5D}" type="presParOf" srcId="{E3592EAC-1877-4619-A41B-E9EAA8491AC4}" destId="{DEE5E60E-2AB9-47E2-BF35-9B59E5E62463}" srcOrd="5" destOrd="0" presId="urn:microsoft.com/office/officeart/2005/8/layout/process1"/>
    <dgm:cxn modelId="{71B9657F-6852-4304-A87B-9B4F51296691}" type="presParOf" srcId="{DEE5E60E-2AB9-47E2-BF35-9B59E5E62463}" destId="{52EB4D6C-7CF9-4CBB-B3F2-051608BDAD0F}" srcOrd="0" destOrd="0" presId="urn:microsoft.com/office/officeart/2005/8/layout/process1"/>
    <dgm:cxn modelId="{2B648596-70CF-4A8F-9716-2B7973AA1AD3}" type="presParOf" srcId="{E3592EAC-1877-4619-A41B-E9EAA8491AC4}" destId="{317953C3-D750-4217-8396-2728FFB68BB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11E35F-F3B9-4EB6-9505-4B71B2AB7A79}" type="doc">
      <dgm:prSet loTypeId="urn:microsoft.com/office/officeart/2005/8/layout/process1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FEAD7DB7-E4E1-4D3D-90E3-4732E83D80FA}">
      <dgm:prSet/>
      <dgm:spPr>
        <a:scene3d>
          <a:camera prst="orthographicFront"/>
          <a:lightRig rig="flat" dir="t"/>
        </a:scene3d>
        <a:sp3d prstMaterial="dkEdge">
          <a:bevelT w="8200" h="38100" prst="angle"/>
        </a:sp3d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Enables early prediction of stress and fatigue instead of only detecting current stress.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4A4C75-2010-4F2C-82AE-F2C6F04DDB55}" type="parTrans" cxnId="{F33C4063-4047-492E-A7E4-F0C276C34D85}">
      <dgm:prSet/>
      <dgm:spPr/>
      <dgm:t>
        <a:bodyPr/>
        <a:lstStyle/>
        <a:p>
          <a:endParaRPr lang="en-IN"/>
        </a:p>
      </dgm:t>
    </dgm:pt>
    <dgm:pt modelId="{0290B10F-2769-4847-8084-10DDBC1D1A42}" type="sibTrans" cxnId="{F33C4063-4047-492E-A7E4-F0C276C34D85}">
      <dgm:prSet/>
      <dgm:spPr/>
      <dgm:t>
        <a:bodyPr/>
        <a:lstStyle/>
        <a:p>
          <a:endParaRPr lang="en-IN" dirty="0"/>
        </a:p>
      </dgm:t>
    </dgm:pt>
    <dgm:pt modelId="{2C5547EA-73E0-4EE6-80FB-43FB5B043F0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Provides personalized risk assessment using individual baseline values.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58F71A-C18D-4B03-ADFC-D1CAE24F5657}" type="parTrans" cxnId="{8FFC8D0A-C507-4928-BA89-F009485CDB99}">
      <dgm:prSet/>
      <dgm:spPr/>
      <dgm:t>
        <a:bodyPr/>
        <a:lstStyle/>
        <a:p>
          <a:endParaRPr lang="en-IN"/>
        </a:p>
      </dgm:t>
    </dgm:pt>
    <dgm:pt modelId="{18020BF3-7EAE-40EB-923E-71E2949B3D23}" type="sibTrans" cxnId="{8FFC8D0A-C507-4928-BA89-F009485CDB99}">
      <dgm:prSet/>
      <dgm:spPr/>
      <dgm:t>
        <a:bodyPr/>
        <a:lstStyle/>
        <a:p>
          <a:endParaRPr lang="en-IN" dirty="0"/>
        </a:p>
      </dgm:t>
    </dgm:pt>
    <dgm:pt modelId="{9706D1CD-4682-47B0-9875-8893FA296C4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Supports timely rest and welfare interventions</a:t>
          </a:r>
          <a:r>
            <a:rPr lang="en-US" dirty="0"/>
            <a:t>.</a:t>
          </a:r>
          <a:endParaRPr lang="en-IN" dirty="0"/>
        </a:p>
      </dgm:t>
    </dgm:pt>
    <dgm:pt modelId="{3EEE07FE-1C38-414B-9242-A3FEED6BB214}" type="parTrans" cxnId="{DE4F4D50-D591-4B7A-B33A-6DD47A853E9F}">
      <dgm:prSet/>
      <dgm:spPr/>
      <dgm:t>
        <a:bodyPr/>
        <a:lstStyle/>
        <a:p>
          <a:endParaRPr lang="en-IN"/>
        </a:p>
      </dgm:t>
    </dgm:pt>
    <dgm:pt modelId="{4164F966-7036-4A58-8FED-CF797AD24042}" type="sibTrans" cxnId="{DE4F4D50-D591-4B7A-B33A-6DD47A853E9F}">
      <dgm:prSet/>
      <dgm:spPr/>
      <dgm:t>
        <a:bodyPr/>
        <a:lstStyle/>
        <a:p>
          <a:endParaRPr lang="en-IN" dirty="0"/>
        </a:p>
      </dgm:t>
    </dgm:pt>
    <dgm:pt modelId="{5F3222A5-6816-4711-8420-DED420DB2F2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Privacy-conscious design can limit access to sensitive physiological information</a:t>
          </a:r>
          <a:r>
            <a:rPr lang="en-US" dirty="0"/>
            <a:t>.</a:t>
          </a:r>
          <a:endParaRPr lang="en-IN" dirty="0"/>
        </a:p>
      </dgm:t>
    </dgm:pt>
    <dgm:pt modelId="{4E30713C-706D-4EE9-A8BD-8517A2DFBA11}" type="parTrans" cxnId="{6C52710F-F0D1-4B21-95AB-5692ADFB0A6B}">
      <dgm:prSet/>
      <dgm:spPr/>
      <dgm:t>
        <a:bodyPr/>
        <a:lstStyle/>
        <a:p>
          <a:endParaRPr lang="en-IN"/>
        </a:p>
      </dgm:t>
    </dgm:pt>
    <dgm:pt modelId="{D2C247CC-795E-4A49-9AF8-24438DBE7D61}" type="sibTrans" cxnId="{6C52710F-F0D1-4B21-95AB-5692ADFB0A6B}">
      <dgm:prSet/>
      <dgm:spPr/>
      <dgm:t>
        <a:bodyPr/>
        <a:lstStyle/>
        <a:p>
          <a:endParaRPr lang="en-IN"/>
        </a:p>
      </dgm:t>
    </dgm:pt>
    <dgm:pt modelId="{B77E9EF6-9D37-4DAC-9984-9C326625ED8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Helps improve personnel well-being, alertness and operational readiness.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F1CA79-4A97-41D0-85A6-C1FF6A0036CE}" type="parTrans" cxnId="{EE173880-D6E0-43EE-BB37-24CA61E768FE}">
      <dgm:prSet/>
      <dgm:spPr/>
      <dgm:t>
        <a:bodyPr/>
        <a:lstStyle/>
        <a:p>
          <a:endParaRPr lang="en-IN"/>
        </a:p>
      </dgm:t>
    </dgm:pt>
    <dgm:pt modelId="{98E44C2B-B60B-461A-9DFE-D282881F20B2}" type="sibTrans" cxnId="{EE173880-D6E0-43EE-BB37-24CA61E768FE}">
      <dgm:prSet/>
      <dgm:spPr/>
      <dgm:t>
        <a:bodyPr/>
        <a:lstStyle/>
        <a:p>
          <a:endParaRPr lang="en-IN" dirty="0"/>
        </a:p>
      </dgm:t>
    </dgm:pt>
    <dgm:pt modelId="{BC297FB9-D75A-4F7A-B0D0-3B2188AEB30D}" type="pres">
      <dgm:prSet presAssocID="{FD11E35F-F3B9-4EB6-9505-4B71B2AB7A79}" presName="Name0" presStyleCnt="0">
        <dgm:presLayoutVars>
          <dgm:dir/>
          <dgm:resizeHandles val="exact"/>
        </dgm:presLayoutVars>
      </dgm:prSet>
      <dgm:spPr/>
    </dgm:pt>
    <dgm:pt modelId="{D2FEB3F4-4419-43C4-AB6E-560B3FF7480F}" type="pres">
      <dgm:prSet presAssocID="{FEAD7DB7-E4E1-4D3D-90E3-4732E83D80FA}" presName="node" presStyleLbl="node1" presStyleIdx="0" presStyleCnt="5">
        <dgm:presLayoutVars>
          <dgm:bulletEnabled val="1"/>
        </dgm:presLayoutVars>
      </dgm:prSet>
      <dgm:spPr/>
    </dgm:pt>
    <dgm:pt modelId="{2E3C1A82-5903-467C-BBE7-6D0F3DCD85D2}" type="pres">
      <dgm:prSet presAssocID="{0290B10F-2769-4847-8084-10DDBC1D1A42}" presName="sibTrans" presStyleLbl="sibTrans2D1" presStyleIdx="0" presStyleCnt="4"/>
      <dgm:spPr/>
    </dgm:pt>
    <dgm:pt modelId="{FE60F8C9-B4DE-4A37-9AA5-DFA85F744CBF}" type="pres">
      <dgm:prSet presAssocID="{0290B10F-2769-4847-8084-10DDBC1D1A42}" presName="connectorText" presStyleLbl="sibTrans2D1" presStyleIdx="0" presStyleCnt="4"/>
      <dgm:spPr/>
    </dgm:pt>
    <dgm:pt modelId="{DE18BE0C-86D7-4C7F-A9DD-7FBE50125269}" type="pres">
      <dgm:prSet presAssocID="{2C5547EA-73E0-4EE6-80FB-43FB5B043F0B}" presName="node" presStyleLbl="node1" presStyleIdx="1" presStyleCnt="5">
        <dgm:presLayoutVars>
          <dgm:bulletEnabled val="1"/>
        </dgm:presLayoutVars>
      </dgm:prSet>
      <dgm:spPr/>
    </dgm:pt>
    <dgm:pt modelId="{C22716DF-54FA-4C05-BBD7-88010B11756F}" type="pres">
      <dgm:prSet presAssocID="{18020BF3-7EAE-40EB-923E-71E2949B3D23}" presName="sibTrans" presStyleLbl="sibTrans2D1" presStyleIdx="1" presStyleCnt="4"/>
      <dgm:spPr/>
    </dgm:pt>
    <dgm:pt modelId="{C0AF0F25-8443-4BB2-88E4-C847C4051ABF}" type="pres">
      <dgm:prSet presAssocID="{18020BF3-7EAE-40EB-923E-71E2949B3D23}" presName="connectorText" presStyleLbl="sibTrans2D1" presStyleIdx="1" presStyleCnt="4"/>
      <dgm:spPr/>
    </dgm:pt>
    <dgm:pt modelId="{A8E3AD4C-C7CC-4357-B075-ED132603F4D7}" type="pres">
      <dgm:prSet presAssocID="{9706D1CD-4682-47B0-9875-8893FA296C4A}" presName="node" presStyleLbl="node1" presStyleIdx="2" presStyleCnt="5">
        <dgm:presLayoutVars>
          <dgm:bulletEnabled val="1"/>
        </dgm:presLayoutVars>
      </dgm:prSet>
      <dgm:spPr/>
    </dgm:pt>
    <dgm:pt modelId="{F8F842F5-DFF9-43BC-8D92-6546D0F047A5}" type="pres">
      <dgm:prSet presAssocID="{4164F966-7036-4A58-8FED-CF797AD24042}" presName="sibTrans" presStyleLbl="sibTrans2D1" presStyleIdx="2" presStyleCnt="4"/>
      <dgm:spPr/>
    </dgm:pt>
    <dgm:pt modelId="{F6708D92-221D-4F4B-B3AA-F1D9B9844E85}" type="pres">
      <dgm:prSet presAssocID="{4164F966-7036-4A58-8FED-CF797AD24042}" presName="connectorText" presStyleLbl="sibTrans2D1" presStyleIdx="2" presStyleCnt="4"/>
      <dgm:spPr/>
    </dgm:pt>
    <dgm:pt modelId="{C9F8099F-CB9A-4BD7-9228-139F51BAB825}" type="pres">
      <dgm:prSet presAssocID="{B77E9EF6-9D37-4DAC-9984-9C326625ED8B}" presName="node" presStyleLbl="node1" presStyleIdx="3" presStyleCnt="5">
        <dgm:presLayoutVars>
          <dgm:bulletEnabled val="1"/>
        </dgm:presLayoutVars>
      </dgm:prSet>
      <dgm:spPr/>
    </dgm:pt>
    <dgm:pt modelId="{818A0DE9-0BB4-4E32-94FE-D385E2C7C663}" type="pres">
      <dgm:prSet presAssocID="{98E44C2B-B60B-461A-9DFE-D282881F20B2}" presName="sibTrans" presStyleLbl="sibTrans2D1" presStyleIdx="3" presStyleCnt="4"/>
      <dgm:spPr/>
    </dgm:pt>
    <dgm:pt modelId="{4E050358-0383-4E8B-8492-E12DC76B179D}" type="pres">
      <dgm:prSet presAssocID="{98E44C2B-B60B-461A-9DFE-D282881F20B2}" presName="connectorText" presStyleLbl="sibTrans2D1" presStyleIdx="3" presStyleCnt="4"/>
      <dgm:spPr/>
    </dgm:pt>
    <dgm:pt modelId="{04BB5929-02D1-4663-A227-D01E986334D0}" type="pres">
      <dgm:prSet presAssocID="{5F3222A5-6816-4711-8420-DED420DB2F21}" presName="node" presStyleLbl="node1" presStyleIdx="4" presStyleCnt="5">
        <dgm:presLayoutVars>
          <dgm:bulletEnabled val="1"/>
        </dgm:presLayoutVars>
      </dgm:prSet>
      <dgm:spPr/>
    </dgm:pt>
  </dgm:ptLst>
  <dgm:cxnLst>
    <dgm:cxn modelId="{DB548A09-D67E-4739-8CEE-5FC69411E359}" type="presOf" srcId="{4164F966-7036-4A58-8FED-CF797AD24042}" destId="{F8F842F5-DFF9-43BC-8D92-6546D0F047A5}" srcOrd="0" destOrd="0" presId="urn:microsoft.com/office/officeart/2005/8/layout/process1"/>
    <dgm:cxn modelId="{8FFC8D0A-C507-4928-BA89-F009485CDB99}" srcId="{FD11E35F-F3B9-4EB6-9505-4B71B2AB7A79}" destId="{2C5547EA-73E0-4EE6-80FB-43FB5B043F0B}" srcOrd="1" destOrd="0" parTransId="{1C58F71A-C18D-4B03-ADFC-D1CAE24F5657}" sibTransId="{18020BF3-7EAE-40EB-923E-71E2949B3D23}"/>
    <dgm:cxn modelId="{6C52710F-F0D1-4B21-95AB-5692ADFB0A6B}" srcId="{FD11E35F-F3B9-4EB6-9505-4B71B2AB7A79}" destId="{5F3222A5-6816-4711-8420-DED420DB2F21}" srcOrd="4" destOrd="0" parTransId="{4E30713C-706D-4EE9-A8BD-8517A2DFBA11}" sibTransId="{D2C247CC-795E-4A49-9AF8-24438DBE7D61}"/>
    <dgm:cxn modelId="{C2558019-F69D-42D4-BAF4-EF2978049EAA}" type="presOf" srcId="{FEAD7DB7-E4E1-4D3D-90E3-4732E83D80FA}" destId="{D2FEB3F4-4419-43C4-AB6E-560B3FF7480F}" srcOrd="0" destOrd="0" presId="urn:microsoft.com/office/officeart/2005/8/layout/process1"/>
    <dgm:cxn modelId="{F33C4063-4047-492E-A7E4-F0C276C34D85}" srcId="{FD11E35F-F3B9-4EB6-9505-4B71B2AB7A79}" destId="{FEAD7DB7-E4E1-4D3D-90E3-4732E83D80FA}" srcOrd="0" destOrd="0" parTransId="{D04A4C75-2010-4F2C-82AE-F2C6F04DDB55}" sibTransId="{0290B10F-2769-4847-8084-10DDBC1D1A42}"/>
    <dgm:cxn modelId="{92C79365-19D7-4A05-935E-CCC46F4A7F55}" type="presOf" srcId="{18020BF3-7EAE-40EB-923E-71E2949B3D23}" destId="{C22716DF-54FA-4C05-BBD7-88010B11756F}" srcOrd="0" destOrd="0" presId="urn:microsoft.com/office/officeart/2005/8/layout/process1"/>
    <dgm:cxn modelId="{5A85C349-27B1-4691-8375-EBC92D68F4E1}" type="presOf" srcId="{0290B10F-2769-4847-8084-10DDBC1D1A42}" destId="{2E3C1A82-5903-467C-BBE7-6D0F3DCD85D2}" srcOrd="0" destOrd="0" presId="urn:microsoft.com/office/officeart/2005/8/layout/process1"/>
    <dgm:cxn modelId="{CBB27A4A-128B-47F0-98BC-19BA148E0E1F}" type="presOf" srcId="{98E44C2B-B60B-461A-9DFE-D282881F20B2}" destId="{4E050358-0383-4E8B-8492-E12DC76B179D}" srcOrd="1" destOrd="0" presId="urn:microsoft.com/office/officeart/2005/8/layout/process1"/>
    <dgm:cxn modelId="{DE4F4D50-D591-4B7A-B33A-6DD47A853E9F}" srcId="{FD11E35F-F3B9-4EB6-9505-4B71B2AB7A79}" destId="{9706D1CD-4682-47B0-9875-8893FA296C4A}" srcOrd="2" destOrd="0" parTransId="{3EEE07FE-1C38-414B-9242-A3FEED6BB214}" sibTransId="{4164F966-7036-4A58-8FED-CF797AD24042}"/>
    <dgm:cxn modelId="{7B0A007F-70A7-48B3-93F3-CE31B9CB6AD5}" type="presOf" srcId="{4164F966-7036-4A58-8FED-CF797AD24042}" destId="{F6708D92-221D-4F4B-B3AA-F1D9B9844E85}" srcOrd="1" destOrd="0" presId="urn:microsoft.com/office/officeart/2005/8/layout/process1"/>
    <dgm:cxn modelId="{EE173880-D6E0-43EE-BB37-24CA61E768FE}" srcId="{FD11E35F-F3B9-4EB6-9505-4B71B2AB7A79}" destId="{B77E9EF6-9D37-4DAC-9984-9C326625ED8B}" srcOrd="3" destOrd="0" parTransId="{4FF1CA79-4A97-41D0-85A6-C1FF6A0036CE}" sibTransId="{98E44C2B-B60B-461A-9DFE-D282881F20B2}"/>
    <dgm:cxn modelId="{E11DEB85-EB42-4C84-A4F8-E5940CBB8892}" type="presOf" srcId="{FD11E35F-F3B9-4EB6-9505-4B71B2AB7A79}" destId="{BC297FB9-D75A-4F7A-B0D0-3B2188AEB30D}" srcOrd="0" destOrd="0" presId="urn:microsoft.com/office/officeart/2005/8/layout/process1"/>
    <dgm:cxn modelId="{F9CB40A5-71F9-41DD-92FA-C6CDEB23D186}" type="presOf" srcId="{B77E9EF6-9D37-4DAC-9984-9C326625ED8B}" destId="{C9F8099F-CB9A-4BD7-9228-139F51BAB825}" srcOrd="0" destOrd="0" presId="urn:microsoft.com/office/officeart/2005/8/layout/process1"/>
    <dgm:cxn modelId="{8C1A86CA-DB85-46E1-9E47-C697DEF5D403}" type="presOf" srcId="{18020BF3-7EAE-40EB-923E-71E2949B3D23}" destId="{C0AF0F25-8443-4BB2-88E4-C847C4051ABF}" srcOrd="1" destOrd="0" presId="urn:microsoft.com/office/officeart/2005/8/layout/process1"/>
    <dgm:cxn modelId="{1C4579D9-2C69-401F-8737-AD48D5D0A58C}" type="presOf" srcId="{0290B10F-2769-4847-8084-10DDBC1D1A42}" destId="{FE60F8C9-B4DE-4A37-9AA5-DFA85F744CBF}" srcOrd="1" destOrd="0" presId="urn:microsoft.com/office/officeart/2005/8/layout/process1"/>
    <dgm:cxn modelId="{108CE9E3-B503-4773-A1A7-B10DFE4C1B32}" type="presOf" srcId="{9706D1CD-4682-47B0-9875-8893FA296C4A}" destId="{A8E3AD4C-C7CC-4357-B075-ED132603F4D7}" srcOrd="0" destOrd="0" presId="urn:microsoft.com/office/officeart/2005/8/layout/process1"/>
    <dgm:cxn modelId="{AA2DE4E8-F6AA-4855-B59D-76AA1FFDBEAE}" type="presOf" srcId="{98E44C2B-B60B-461A-9DFE-D282881F20B2}" destId="{818A0DE9-0BB4-4E32-94FE-D385E2C7C663}" srcOrd="0" destOrd="0" presId="urn:microsoft.com/office/officeart/2005/8/layout/process1"/>
    <dgm:cxn modelId="{D5DC85EF-64BA-4BCF-BEC6-F76D76CB8BB8}" type="presOf" srcId="{2C5547EA-73E0-4EE6-80FB-43FB5B043F0B}" destId="{DE18BE0C-86D7-4C7F-A9DD-7FBE50125269}" srcOrd="0" destOrd="0" presId="urn:microsoft.com/office/officeart/2005/8/layout/process1"/>
    <dgm:cxn modelId="{D113E5F8-6830-422B-8A2C-4D156408C5D0}" type="presOf" srcId="{5F3222A5-6816-4711-8420-DED420DB2F21}" destId="{04BB5929-02D1-4663-A227-D01E986334D0}" srcOrd="0" destOrd="0" presId="urn:microsoft.com/office/officeart/2005/8/layout/process1"/>
    <dgm:cxn modelId="{9B61F6FA-6DC3-431E-BF09-E3C1ACCDAEB1}" type="presParOf" srcId="{BC297FB9-D75A-4F7A-B0D0-3B2188AEB30D}" destId="{D2FEB3F4-4419-43C4-AB6E-560B3FF7480F}" srcOrd="0" destOrd="0" presId="urn:microsoft.com/office/officeart/2005/8/layout/process1"/>
    <dgm:cxn modelId="{3B31C761-3FC4-4834-BE51-C6CE2B0FCCFC}" type="presParOf" srcId="{BC297FB9-D75A-4F7A-B0D0-3B2188AEB30D}" destId="{2E3C1A82-5903-467C-BBE7-6D0F3DCD85D2}" srcOrd="1" destOrd="0" presId="urn:microsoft.com/office/officeart/2005/8/layout/process1"/>
    <dgm:cxn modelId="{96F1B33B-345C-4BCF-AFE6-4A1086C1C622}" type="presParOf" srcId="{2E3C1A82-5903-467C-BBE7-6D0F3DCD85D2}" destId="{FE60F8C9-B4DE-4A37-9AA5-DFA85F744CBF}" srcOrd="0" destOrd="0" presId="urn:microsoft.com/office/officeart/2005/8/layout/process1"/>
    <dgm:cxn modelId="{71E3737B-E7BC-4ADF-A2FB-D06064280905}" type="presParOf" srcId="{BC297FB9-D75A-4F7A-B0D0-3B2188AEB30D}" destId="{DE18BE0C-86D7-4C7F-A9DD-7FBE50125269}" srcOrd="2" destOrd="0" presId="urn:microsoft.com/office/officeart/2005/8/layout/process1"/>
    <dgm:cxn modelId="{0616E9F0-A294-4A61-9694-518BC6833751}" type="presParOf" srcId="{BC297FB9-D75A-4F7A-B0D0-3B2188AEB30D}" destId="{C22716DF-54FA-4C05-BBD7-88010B11756F}" srcOrd="3" destOrd="0" presId="urn:microsoft.com/office/officeart/2005/8/layout/process1"/>
    <dgm:cxn modelId="{835A5687-6EFC-4E4E-AB80-D6299F1E971E}" type="presParOf" srcId="{C22716DF-54FA-4C05-BBD7-88010B11756F}" destId="{C0AF0F25-8443-4BB2-88E4-C847C4051ABF}" srcOrd="0" destOrd="0" presId="urn:microsoft.com/office/officeart/2005/8/layout/process1"/>
    <dgm:cxn modelId="{94211FAA-7D87-4B4E-890B-F2DCAD172A75}" type="presParOf" srcId="{BC297FB9-D75A-4F7A-B0D0-3B2188AEB30D}" destId="{A8E3AD4C-C7CC-4357-B075-ED132603F4D7}" srcOrd="4" destOrd="0" presId="urn:microsoft.com/office/officeart/2005/8/layout/process1"/>
    <dgm:cxn modelId="{5BE781B2-15FF-4401-9D3B-44C10154BDEC}" type="presParOf" srcId="{BC297FB9-D75A-4F7A-B0D0-3B2188AEB30D}" destId="{F8F842F5-DFF9-43BC-8D92-6546D0F047A5}" srcOrd="5" destOrd="0" presId="urn:microsoft.com/office/officeart/2005/8/layout/process1"/>
    <dgm:cxn modelId="{BE89DDB8-FE5E-4D6A-8981-E4A267290BB9}" type="presParOf" srcId="{F8F842F5-DFF9-43BC-8D92-6546D0F047A5}" destId="{F6708D92-221D-4F4B-B3AA-F1D9B9844E85}" srcOrd="0" destOrd="0" presId="urn:microsoft.com/office/officeart/2005/8/layout/process1"/>
    <dgm:cxn modelId="{95F47D0E-2A4F-4634-BDA7-FCED8BFE7997}" type="presParOf" srcId="{BC297FB9-D75A-4F7A-B0D0-3B2188AEB30D}" destId="{C9F8099F-CB9A-4BD7-9228-139F51BAB825}" srcOrd="6" destOrd="0" presId="urn:microsoft.com/office/officeart/2005/8/layout/process1"/>
    <dgm:cxn modelId="{8766D8EB-D3F0-4901-A959-76E40BD40A2D}" type="presParOf" srcId="{BC297FB9-D75A-4F7A-B0D0-3B2188AEB30D}" destId="{818A0DE9-0BB4-4E32-94FE-D385E2C7C663}" srcOrd="7" destOrd="0" presId="urn:microsoft.com/office/officeart/2005/8/layout/process1"/>
    <dgm:cxn modelId="{BC541086-3E04-4FA5-9E15-A005452FF168}" type="presParOf" srcId="{818A0DE9-0BB4-4E32-94FE-D385E2C7C663}" destId="{4E050358-0383-4E8B-8492-E12DC76B179D}" srcOrd="0" destOrd="0" presId="urn:microsoft.com/office/officeart/2005/8/layout/process1"/>
    <dgm:cxn modelId="{0319B406-31EA-41BF-A5D7-DFC3F6E82DA9}" type="presParOf" srcId="{BC297FB9-D75A-4F7A-B0D0-3B2188AEB30D}" destId="{04BB5929-02D1-4663-A227-D01E986334D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CCBA21-E0D9-4DA1-8051-F3F6777E5548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991800DB-6422-4FFD-ADE7-22C04B658355}">
      <dgm:prSet/>
      <dgm:spPr/>
      <dgm:t>
        <a:bodyPr/>
        <a:lstStyle/>
        <a:p>
          <a:r>
            <a:rPr lang="en-US" b="1" dirty="0">
              <a:latin typeface="Calisto MT" panose="02040603050505030304" pitchFamily="18" charset="0"/>
            </a:rPr>
            <a:t>Enables early prediction of stress and fatigue in uniformed personnel.</a:t>
          </a:r>
          <a:endParaRPr lang="en-IN" b="1" dirty="0">
            <a:latin typeface="Calisto MT" panose="02040603050505030304" pitchFamily="18" charset="0"/>
          </a:endParaRPr>
        </a:p>
      </dgm:t>
    </dgm:pt>
    <dgm:pt modelId="{95D65963-49E2-4052-B4CF-57802110FAF6}" type="parTrans" cxnId="{E352EEBE-F021-4864-BB88-33C5E006A931}">
      <dgm:prSet/>
      <dgm:spPr/>
      <dgm:t>
        <a:bodyPr/>
        <a:lstStyle/>
        <a:p>
          <a:endParaRPr lang="en-IN"/>
        </a:p>
      </dgm:t>
    </dgm:pt>
    <dgm:pt modelId="{A37E7DB5-6681-4F22-968A-74A0BF769DD6}" type="sibTrans" cxnId="{E352EEBE-F021-4864-BB88-33C5E006A931}">
      <dgm:prSet/>
      <dgm:spPr/>
      <dgm:t>
        <a:bodyPr/>
        <a:lstStyle/>
        <a:p>
          <a:endParaRPr lang="en-IN"/>
        </a:p>
      </dgm:t>
    </dgm:pt>
    <dgm:pt modelId="{4A838494-0D72-4825-87BA-DB2A5AD3AFE5}">
      <dgm:prSet/>
      <dgm:spPr/>
      <dgm:t>
        <a:bodyPr/>
        <a:lstStyle/>
        <a:p>
          <a:r>
            <a:rPr lang="en-US" b="1" dirty="0">
              <a:latin typeface="Calisto MT" panose="02040603050505030304" pitchFamily="18" charset="0"/>
            </a:rPr>
            <a:t>Improves personnel well-being and operational readiness.</a:t>
          </a:r>
          <a:endParaRPr lang="en-IN" b="1" dirty="0">
            <a:latin typeface="Calisto MT" panose="02040603050505030304" pitchFamily="18" charset="0"/>
          </a:endParaRPr>
        </a:p>
      </dgm:t>
    </dgm:pt>
    <dgm:pt modelId="{20EF26AD-E2DF-42F9-B4B3-D826DA2A71CA}" type="parTrans" cxnId="{8083EC7D-280D-48FE-8D9A-7F7A5821E39F}">
      <dgm:prSet/>
      <dgm:spPr/>
      <dgm:t>
        <a:bodyPr/>
        <a:lstStyle/>
        <a:p>
          <a:endParaRPr lang="en-IN"/>
        </a:p>
      </dgm:t>
    </dgm:pt>
    <dgm:pt modelId="{0A166CC3-DEC5-4788-9080-F3C717408EC3}" type="sibTrans" cxnId="{8083EC7D-280D-48FE-8D9A-7F7A5821E39F}">
      <dgm:prSet/>
      <dgm:spPr/>
      <dgm:t>
        <a:bodyPr/>
        <a:lstStyle/>
        <a:p>
          <a:endParaRPr lang="en-IN"/>
        </a:p>
      </dgm:t>
    </dgm:pt>
    <dgm:pt modelId="{EAE989E8-2BA3-454D-BF76-500BA95CEA1F}">
      <dgm:prSet/>
      <dgm:spPr/>
      <dgm:t>
        <a:bodyPr/>
        <a:lstStyle/>
        <a:p>
          <a:r>
            <a:rPr lang="en-US" b="1" dirty="0">
              <a:latin typeface="Calisto MT" panose="02040603050505030304" pitchFamily="18" charset="0"/>
            </a:rPr>
            <a:t>Supports timely intervention before stress or fatigue becomes severe.</a:t>
          </a:r>
          <a:endParaRPr lang="en-IN" b="1" dirty="0">
            <a:latin typeface="Calisto MT" panose="02040603050505030304" pitchFamily="18" charset="0"/>
          </a:endParaRPr>
        </a:p>
      </dgm:t>
    </dgm:pt>
    <dgm:pt modelId="{D08C3E1C-CAF7-40C6-B932-A2C032A028F9}" type="parTrans" cxnId="{2932860E-F359-46F8-8C4B-2FA74F18B338}">
      <dgm:prSet/>
      <dgm:spPr/>
      <dgm:t>
        <a:bodyPr/>
        <a:lstStyle/>
        <a:p>
          <a:endParaRPr lang="en-IN"/>
        </a:p>
      </dgm:t>
    </dgm:pt>
    <dgm:pt modelId="{71C1F575-A693-4E27-B06C-5F3DDB41FF20}" type="sibTrans" cxnId="{2932860E-F359-46F8-8C4B-2FA74F18B338}">
      <dgm:prSet/>
      <dgm:spPr/>
      <dgm:t>
        <a:bodyPr/>
        <a:lstStyle/>
        <a:p>
          <a:endParaRPr lang="en-IN"/>
        </a:p>
      </dgm:t>
    </dgm:pt>
    <dgm:pt modelId="{3EED8A9B-9D0D-454C-91EC-FC59990A89FA}">
      <dgm:prSet/>
      <dgm:spPr/>
      <dgm:t>
        <a:bodyPr/>
        <a:lstStyle/>
        <a:p>
          <a:r>
            <a:rPr lang="en-US" b="1" dirty="0">
              <a:latin typeface="Calisto MT" panose="02040603050505030304" pitchFamily="18" charset="0"/>
            </a:rPr>
            <a:t>Promotes data-driven welfare management.</a:t>
          </a:r>
          <a:endParaRPr lang="en-IN" b="1" dirty="0">
            <a:latin typeface="Calisto MT" panose="02040603050505030304" pitchFamily="18" charset="0"/>
          </a:endParaRPr>
        </a:p>
      </dgm:t>
    </dgm:pt>
    <dgm:pt modelId="{63B562E2-C9AD-4694-9ADE-ABE135C49B5C}" type="parTrans" cxnId="{89096D49-BA71-45C0-B9D4-50A87B466779}">
      <dgm:prSet/>
      <dgm:spPr/>
      <dgm:t>
        <a:bodyPr/>
        <a:lstStyle/>
        <a:p>
          <a:endParaRPr lang="en-IN"/>
        </a:p>
      </dgm:t>
    </dgm:pt>
    <dgm:pt modelId="{95DF0195-192D-4FA8-97BC-7CBB02689B14}" type="sibTrans" cxnId="{89096D49-BA71-45C0-B9D4-50A87B466779}">
      <dgm:prSet/>
      <dgm:spPr/>
      <dgm:t>
        <a:bodyPr/>
        <a:lstStyle/>
        <a:p>
          <a:endParaRPr lang="en-IN"/>
        </a:p>
      </dgm:t>
    </dgm:pt>
    <dgm:pt modelId="{10F029CB-5AC2-45A2-AADC-970C27F76699}">
      <dgm:prSet/>
      <dgm:spPr/>
      <dgm:t>
        <a:bodyPr/>
        <a:lstStyle/>
        <a:p>
          <a:r>
            <a:rPr lang="en-US" b="1" dirty="0">
              <a:latin typeface="Calisto MT" panose="02040603050505030304" pitchFamily="18" charset="0"/>
            </a:rPr>
            <a:t>Can be scaled for large-scale personnel monitoring.</a:t>
          </a:r>
          <a:endParaRPr lang="en-IN" b="1" dirty="0">
            <a:latin typeface="Calisto MT" panose="02040603050505030304" pitchFamily="18" charset="0"/>
          </a:endParaRPr>
        </a:p>
      </dgm:t>
    </dgm:pt>
    <dgm:pt modelId="{0EBE7E6B-1C0C-4385-9F2E-A88AD2DAC600}" type="parTrans" cxnId="{971B41A4-BC46-4622-8A3B-CE5399344300}">
      <dgm:prSet/>
      <dgm:spPr/>
      <dgm:t>
        <a:bodyPr/>
        <a:lstStyle/>
        <a:p>
          <a:endParaRPr lang="en-IN"/>
        </a:p>
      </dgm:t>
    </dgm:pt>
    <dgm:pt modelId="{768575AC-1B7D-4EAF-AC7D-642264DCD660}" type="sibTrans" cxnId="{971B41A4-BC46-4622-8A3B-CE5399344300}">
      <dgm:prSet/>
      <dgm:spPr/>
      <dgm:t>
        <a:bodyPr/>
        <a:lstStyle/>
        <a:p>
          <a:endParaRPr lang="en-IN"/>
        </a:p>
      </dgm:t>
    </dgm:pt>
    <dgm:pt modelId="{6F929086-2B50-4022-8AF0-1F7CBA8CE456}" type="pres">
      <dgm:prSet presAssocID="{93CCBA21-E0D9-4DA1-8051-F3F6777E5548}" presName="compositeShape" presStyleCnt="0">
        <dgm:presLayoutVars>
          <dgm:chMax val="7"/>
          <dgm:dir/>
          <dgm:resizeHandles val="exact"/>
        </dgm:presLayoutVars>
      </dgm:prSet>
      <dgm:spPr/>
    </dgm:pt>
    <dgm:pt modelId="{E470D44D-D976-408F-BD60-CDC92201C956}" type="pres">
      <dgm:prSet presAssocID="{991800DB-6422-4FFD-ADE7-22C04B658355}" presName="circ1" presStyleLbl="vennNode1" presStyleIdx="0" presStyleCnt="5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</dgm:pt>
    <dgm:pt modelId="{74B29F95-C455-4C27-BC6A-7A510707EF68}" type="pres">
      <dgm:prSet presAssocID="{991800DB-6422-4FFD-ADE7-22C04B65835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5BCF406-A704-4BBE-98C4-785655B859B3}" type="pres">
      <dgm:prSet presAssocID="{4A838494-0D72-4825-87BA-DB2A5AD3AFE5}" presName="circ2" presStyleLbl="vennNode1" presStyleIdx="1" presStyleCnt="5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</dgm:pt>
    <dgm:pt modelId="{275BDB28-2B3F-4171-80E2-D674E9DBF7A6}" type="pres">
      <dgm:prSet presAssocID="{4A838494-0D72-4825-87BA-DB2A5AD3AFE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5A3444C-2553-47F3-8D01-DD0676B787B0}" type="pres">
      <dgm:prSet presAssocID="{EAE989E8-2BA3-454D-BF76-500BA95CEA1F}" presName="circ3" presStyleLbl="vennNode1" presStyleIdx="2" presStyleCnt="5"/>
      <dgm:spPr>
        <a:scene3d>
          <a:camera prst="orthographicFront"/>
          <a:lightRig rig="threePt" dir="t"/>
        </a:scene3d>
        <a:sp3d>
          <a:bevelT/>
        </a:sp3d>
      </dgm:spPr>
    </dgm:pt>
    <dgm:pt modelId="{CB87FAE3-E4B5-4442-8C41-92FEB31AE7FE}" type="pres">
      <dgm:prSet presAssocID="{EAE989E8-2BA3-454D-BF76-500BA95CEA1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36EC339-C5E3-4E50-A086-BC112C18C188}" type="pres">
      <dgm:prSet presAssocID="{3EED8A9B-9D0D-454C-91EC-FC59990A89FA}" presName="circ4" presStyleLbl="vennNode1" presStyleIdx="3" presStyleCnt="5"/>
      <dgm:spPr>
        <a:scene3d>
          <a:camera prst="orthographicFront"/>
          <a:lightRig rig="threePt" dir="t"/>
        </a:scene3d>
        <a:sp3d>
          <a:bevelT/>
        </a:sp3d>
      </dgm:spPr>
    </dgm:pt>
    <dgm:pt modelId="{703FDAB8-608F-4C44-B27B-F15379D2806B}" type="pres">
      <dgm:prSet presAssocID="{3EED8A9B-9D0D-454C-91EC-FC59990A89FA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071533A-5B30-4BB2-A8E9-B557189E770C}" type="pres">
      <dgm:prSet presAssocID="{10F029CB-5AC2-45A2-AADC-970C27F76699}" presName="circ5" presStyleLbl="vennNode1" presStyleIdx="4" presStyleCnt="5"/>
      <dgm:spPr>
        <a:scene3d>
          <a:camera prst="orthographicFront"/>
          <a:lightRig rig="threePt" dir="t"/>
        </a:scene3d>
        <a:sp3d>
          <a:bevelT/>
        </a:sp3d>
      </dgm:spPr>
    </dgm:pt>
    <dgm:pt modelId="{A50CA38B-B9A4-4794-80CA-43B808F399E2}" type="pres">
      <dgm:prSet presAssocID="{10F029CB-5AC2-45A2-AADC-970C27F7669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932860E-F359-46F8-8C4B-2FA74F18B338}" srcId="{93CCBA21-E0D9-4DA1-8051-F3F6777E5548}" destId="{EAE989E8-2BA3-454D-BF76-500BA95CEA1F}" srcOrd="2" destOrd="0" parTransId="{D08C3E1C-CAF7-40C6-B932-A2C032A028F9}" sibTransId="{71C1F575-A693-4E27-B06C-5F3DDB41FF20}"/>
    <dgm:cxn modelId="{C3239031-4736-409F-87E9-BE89B6672660}" type="presOf" srcId="{10F029CB-5AC2-45A2-AADC-970C27F76699}" destId="{A50CA38B-B9A4-4794-80CA-43B808F399E2}" srcOrd="0" destOrd="0" presId="urn:microsoft.com/office/officeart/2005/8/layout/venn1"/>
    <dgm:cxn modelId="{CC2C6864-3334-49A6-96A2-860F93DE48D4}" type="presOf" srcId="{3EED8A9B-9D0D-454C-91EC-FC59990A89FA}" destId="{703FDAB8-608F-4C44-B27B-F15379D2806B}" srcOrd="0" destOrd="0" presId="urn:microsoft.com/office/officeart/2005/8/layout/venn1"/>
    <dgm:cxn modelId="{89096D49-BA71-45C0-B9D4-50A87B466779}" srcId="{93CCBA21-E0D9-4DA1-8051-F3F6777E5548}" destId="{3EED8A9B-9D0D-454C-91EC-FC59990A89FA}" srcOrd="3" destOrd="0" parTransId="{63B562E2-C9AD-4694-9ADE-ABE135C49B5C}" sibTransId="{95DF0195-192D-4FA8-97BC-7CBB02689B14}"/>
    <dgm:cxn modelId="{8083EC7D-280D-48FE-8D9A-7F7A5821E39F}" srcId="{93CCBA21-E0D9-4DA1-8051-F3F6777E5548}" destId="{4A838494-0D72-4825-87BA-DB2A5AD3AFE5}" srcOrd="1" destOrd="0" parTransId="{20EF26AD-E2DF-42F9-B4B3-D826DA2A71CA}" sibTransId="{0A166CC3-DEC5-4788-9080-F3C717408EC3}"/>
    <dgm:cxn modelId="{5B777E86-0C0B-4F17-8B29-851543DA6EBE}" type="presOf" srcId="{4A838494-0D72-4825-87BA-DB2A5AD3AFE5}" destId="{275BDB28-2B3F-4171-80E2-D674E9DBF7A6}" srcOrd="0" destOrd="0" presId="urn:microsoft.com/office/officeart/2005/8/layout/venn1"/>
    <dgm:cxn modelId="{969E069F-0068-4862-A98E-A9554B68E1EF}" type="presOf" srcId="{991800DB-6422-4FFD-ADE7-22C04B658355}" destId="{74B29F95-C455-4C27-BC6A-7A510707EF68}" srcOrd="0" destOrd="0" presId="urn:microsoft.com/office/officeart/2005/8/layout/venn1"/>
    <dgm:cxn modelId="{CE640AA3-D4EF-4A8E-BCB6-25B1ABE08CD2}" type="presOf" srcId="{93CCBA21-E0D9-4DA1-8051-F3F6777E5548}" destId="{6F929086-2B50-4022-8AF0-1F7CBA8CE456}" srcOrd="0" destOrd="0" presId="urn:microsoft.com/office/officeart/2005/8/layout/venn1"/>
    <dgm:cxn modelId="{971B41A4-BC46-4622-8A3B-CE5399344300}" srcId="{93CCBA21-E0D9-4DA1-8051-F3F6777E5548}" destId="{10F029CB-5AC2-45A2-AADC-970C27F76699}" srcOrd="4" destOrd="0" parTransId="{0EBE7E6B-1C0C-4385-9F2E-A88AD2DAC600}" sibTransId="{768575AC-1B7D-4EAF-AC7D-642264DCD660}"/>
    <dgm:cxn modelId="{167FC7AC-C0DA-4C70-8B41-70ABA638B70A}" type="presOf" srcId="{EAE989E8-2BA3-454D-BF76-500BA95CEA1F}" destId="{CB87FAE3-E4B5-4442-8C41-92FEB31AE7FE}" srcOrd="0" destOrd="0" presId="urn:microsoft.com/office/officeart/2005/8/layout/venn1"/>
    <dgm:cxn modelId="{E352EEBE-F021-4864-BB88-33C5E006A931}" srcId="{93CCBA21-E0D9-4DA1-8051-F3F6777E5548}" destId="{991800DB-6422-4FFD-ADE7-22C04B658355}" srcOrd="0" destOrd="0" parTransId="{95D65963-49E2-4052-B4CF-57802110FAF6}" sibTransId="{A37E7DB5-6681-4F22-968A-74A0BF769DD6}"/>
    <dgm:cxn modelId="{6B9B2277-0834-4C9E-9627-A421004A2EFB}" type="presParOf" srcId="{6F929086-2B50-4022-8AF0-1F7CBA8CE456}" destId="{E470D44D-D976-408F-BD60-CDC92201C956}" srcOrd="0" destOrd="0" presId="urn:microsoft.com/office/officeart/2005/8/layout/venn1"/>
    <dgm:cxn modelId="{650032BA-02AE-46F5-9DC2-BA8412A9AA6F}" type="presParOf" srcId="{6F929086-2B50-4022-8AF0-1F7CBA8CE456}" destId="{74B29F95-C455-4C27-BC6A-7A510707EF68}" srcOrd="1" destOrd="0" presId="urn:microsoft.com/office/officeart/2005/8/layout/venn1"/>
    <dgm:cxn modelId="{83A0D0D6-B62F-4D7B-BE52-6AA1C7209F00}" type="presParOf" srcId="{6F929086-2B50-4022-8AF0-1F7CBA8CE456}" destId="{D5BCF406-A704-4BBE-98C4-785655B859B3}" srcOrd="2" destOrd="0" presId="urn:microsoft.com/office/officeart/2005/8/layout/venn1"/>
    <dgm:cxn modelId="{2EF6DD86-1E27-4403-936E-1CBB4AC86B2E}" type="presParOf" srcId="{6F929086-2B50-4022-8AF0-1F7CBA8CE456}" destId="{275BDB28-2B3F-4171-80E2-D674E9DBF7A6}" srcOrd="3" destOrd="0" presId="urn:microsoft.com/office/officeart/2005/8/layout/venn1"/>
    <dgm:cxn modelId="{E555E105-2A4D-4228-B6F6-57EB8247E308}" type="presParOf" srcId="{6F929086-2B50-4022-8AF0-1F7CBA8CE456}" destId="{B5A3444C-2553-47F3-8D01-DD0676B787B0}" srcOrd="4" destOrd="0" presId="urn:microsoft.com/office/officeart/2005/8/layout/venn1"/>
    <dgm:cxn modelId="{93085335-14D5-4811-B47B-0563BF020841}" type="presParOf" srcId="{6F929086-2B50-4022-8AF0-1F7CBA8CE456}" destId="{CB87FAE3-E4B5-4442-8C41-92FEB31AE7FE}" srcOrd="5" destOrd="0" presId="urn:microsoft.com/office/officeart/2005/8/layout/venn1"/>
    <dgm:cxn modelId="{1DAE86BD-5A2C-40A2-982F-3E7F3EA27A67}" type="presParOf" srcId="{6F929086-2B50-4022-8AF0-1F7CBA8CE456}" destId="{836EC339-C5E3-4E50-A086-BC112C18C188}" srcOrd="6" destOrd="0" presId="urn:microsoft.com/office/officeart/2005/8/layout/venn1"/>
    <dgm:cxn modelId="{DA0FD225-9258-45B1-AD66-BF5A6309C06E}" type="presParOf" srcId="{6F929086-2B50-4022-8AF0-1F7CBA8CE456}" destId="{703FDAB8-608F-4C44-B27B-F15379D2806B}" srcOrd="7" destOrd="0" presId="urn:microsoft.com/office/officeart/2005/8/layout/venn1"/>
    <dgm:cxn modelId="{F05DBEB1-581B-4B07-8780-7C6A3E7FB814}" type="presParOf" srcId="{6F929086-2B50-4022-8AF0-1F7CBA8CE456}" destId="{6071533A-5B30-4BB2-A8E9-B557189E770C}" srcOrd="8" destOrd="0" presId="urn:microsoft.com/office/officeart/2005/8/layout/venn1"/>
    <dgm:cxn modelId="{1C02E5D6-6808-4E01-9059-0999DF6C69AE}" type="presParOf" srcId="{6F929086-2B50-4022-8AF0-1F7CBA8CE456}" destId="{A50CA38B-B9A4-4794-80CA-43B808F399E2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6890F-0F2C-44FF-B43A-93D843E28C9A}">
      <dsp:nvSpPr>
        <dsp:cNvPr id="0" name=""/>
        <dsp:cNvSpPr/>
      </dsp:nvSpPr>
      <dsp:spPr>
        <a:xfrm>
          <a:off x="1681026" y="0"/>
          <a:ext cx="4442691" cy="4442691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0DC7D-408F-49CA-B3BF-6A47D4125494}">
      <dsp:nvSpPr>
        <dsp:cNvPr id="0" name=""/>
        <dsp:cNvSpPr/>
      </dsp:nvSpPr>
      <dsp:spPr>
        <a:xfrm>
          <a:off x="2084600" y="422055"/>
          <a:ext cx="1732649" cy="1732649"/>
        </a:xfrm>
        <a:prstGeom prst="round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Software</a:t>
          </a: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Python, Pandas, NumPy, SciPy, Scikit-learn</a:t>
          </a:r>
        </a:p>
      </dsp:txBody>
      <dsp:txXfrm>
        <a:off x="2169181" y="506636"/>
        <a:ext cx="1563487" cy="1563487"/>
      </dsp:txXfrm>
    </dsp:sp>
    <dsp:sp modelId="{04A80E80-3AE8-4F02-BE20-EC7E66B581C8}">
      <dsp:nvSpPr>
        <dsp:cNvPr id="0" name=""/>
        <dsp:cNvSpPr/>
      </dsp:nvSpPr>
      <dsp:spPr>
        <a:xfrm>
          <a:off x="3950530" y="422055"/>
          <a:ext cx="1732649" cy="173264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AI/ML</a:t>
          </a: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</a:t>
          </a:r>
          <a:r>
            <a:rPr lang="en-IN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XG Boost </a:t>
          </a:r>
        </a:p>
      </dsp:txBody>
      <dsp:txXfrm>
        <a:off x="4035111" y="506636"/>
        <a:ext cx="1563487" cy="1563487"/>
      </dsp:txXfrm>
    </dsp:sp>
    <dsp:sp modelId="{0312650D-65C7-4DC6-B8FB-49BC8F4CB036}">
      <dsp:nvSpPr>
        <dsp:cNvPr id="0" name=""/>
        <dsp:cNvSpPr/>
      </dsp:nvSpPr>
      <dsp:spPr>
        <a:xfrm>
          <a:off x="2084600" y="2287985"/>
          <a:ext cx="1732649" cy="1732649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  </a:t>
          </a: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Duty hours, Deployment records, Leave history, Workload data</a:t>
          </a:r>
          <a:endParaRPr lang="en-IN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69181" y="2372566"/>
        <a:ext cx="1563487" cy="1563487"/>
      </dsp:txXfrm>
    </dsp:sp>
    <dsp:sp modelId="{2FB9E8C5-8FFD-42CE-B698-DF6FE75DEF1C}">
      <dsp:nvSpPr>
        <dsp:cNvPr id="0" name=""/>
        <dsp:cNvSpPr/>
      </dsp:nvSpPr>
      <dsp:spPr>
        <a:xfrm>
          <a:off x="3950530" y="2287985"/>
          <a:ext cx="1732649" cy="173264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Visualization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17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Streamlit</a:t>
          </a:r>
          <a:r>
            <a:rPr lang="en-IN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dashboard</a:t>
          </a:r>
        </a:p>
      </dsp:txBody>
      <dsp:txXfrm>
        <a:off x="4035111" y="2372566"/>
        <a:ext cx="1563487" cy="15634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DBD9E-AB1E-4A73-AA43-39648E417013}">
      <dsp:nvSpPr>
        <dsp:cNvPr id="0" name=""/>
        <dsp:cNvSpPr/>
      </dsp:nvSpPr>
      <dsp:spPr>
        <a:xfrm>
          <a:off x="3734" y="15593"/>
          <a:ext cx="1632823" cy="1714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Uses existing and easily accessible AI/ML technologies such as Python and Scikit-learn.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558" y="63417"/>
        <a:ext cx="1537175" cy="1618816"/>
      </dsp:txXfrm>
    </dsp:sp>
    <dsp:sp modelId="{F9076E42-6488-43EE-9946-307086E45BF4}">
      <dsp:nvSpPr>
        <dsp:cNvPr id="0" name=""/>
        <dsp:cNvSpPr/>
      </dsp:nvSpPr>
      <dsp:spPr>
        <a:xfrm>
          <a:off x="1799840" y="670355"/>
          <a:ext cx="346158" cy="4049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1799840" y="751343"/>
        <a:ext cx="242311" cy="242964"/>
      </dsp:txXfrm>
    </dsp:sp>
    <dsp:sp modelId="{FFCF8E11-E97A-48A3-9C47-B4F3404F5F3E}">
      <dsp:nvSpPr>
        <dsp:cNvPr id="0" name=""/>
        <dsp:cNvSpPr/>
      </dsp:nvSpPr>
      <dsp:spPr>
        <a:xfrm>
          <a:off x="2289687" y="15593"/>
          <a:ext cx="1632823" cy="1714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Can initially be developed using public physiological datasets, without requiring hardware.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37511" y="63417"/>
        <a:ext cx="1537175" cy="1618816"/>
      </dsp:txXfrm>
    </dsp:sp>
    <dsp:sp modelId="{CE10BCFD-6293-4C75-9618-56428759F829}">
      <dsp:nvSpPr>
        <dsp:cNvPr id="0" name=""/>
        <dsp:cNvSpPr/>
      </dsp:nvSpPr>
      <dsp:spPr>
        <a:xfrm>
          <a:off x="4085792" y="670355"/>
          <a:ext cx="346158" cy="4049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4085792" y="751343"/>
        <a:ext cx="242311" cy="242964"/>
      </dsp:txXfrm>
    </dsp:sp>
    <dsp:sp modelId="{79BD23A9-79A1-4C55-9C32-23AC0C6BAF09}">
      <dsp:nvSpPr>
        <dsp:cNvPr id="0" name=""/>
        <dsp:cNvSpPr/>
      </dsp:nvSpPr>
      <dsp:spPr>
        <a:xfrm>
          <a:off x="4575639" y="15593"/>
          <a:ext cx="1632823" cy="1714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can be deployed as a web-based dashboard using Streamlit</a:t>
          </a:r>
          <a:r>
            <a:rPr lang="en-US" sz="1600" kern="1200" dirty="0"/>
            <a:t>.</a:t>
          </a:r>
          <a:endParaRPr lang="en-IN" sz="1600" kern="1200" dirty="0"/>
        </a:p>
      </dsp:txBody>
      <dsp:txXfrm>
        <a:off x="4623463" y="63417"/>
        <a:ext cx="1537175" cy="1618816"/>
      </dsp:txXfrm>
    </dsp:sp>
    <dsp:sp modelId="{DEE5E60E-2AB9-47E2-BF35-9B59E5E62463}">
      <dsp:nvSpPr>
        <dsp:cNvPr id="0" name=""/>
        <dsp:cNvSpPr/>
      </dsp:nvSpPr>
      <dsp:spPr>
        <a:xfrm>
          <a:off x="6371745" y="670355"/>
          <a:ext cx="346158" cy="4049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6371745" y="751343"/>
        <a:ext cx="242311" cy="242964"/>
      </dsp:txXfrm>
    </dsp:sp>
    <dsp:sp modelId="{317953C3-D750-4217-8396-2728FFB68BBB}">
      <dsp:nvSpPr>
        <dsp:cNvPr id="0" name=""/>
        <dsp:cNvSpPr/>
      </dsp:nvSpPr>
      <dsp:spPr>
        <a:xfrm>
          <a:off x="6861592" y="15593"/>
          <a:ext cx="1632823" cy="1714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Requires relatively low-cost computing resources for the prototype.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09416" y="63417"/>
        <a:ext cx="1537175" cy="1618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FEB3F4-4419-43C4-AB6E-560B3FF7480F}">
      <dsp:nvSpPr>
        <dsp:cNvPr id="0" name=""/>
        <dsp:cNvSpPr/>
      </dsp:nvSpPr>
      <dsp:spPr>
        <a:xfrm>
          <a:off x="4313" y="307446"/>
          <a:ext cx="1337069" cy="18927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 prst="angle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Enables early prediction of stress and fatigue instead of only detecting current stress.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474" y="346607"/>
        <a:ext cx="1258747" cy="1814466"/>
      </dsp:txXfrm>
    </dsp:sp>
    <dsp:sp modelId="{2E3C1A82-5903-467C-BBE7-6D0F3DCD85D2}">
      <dsp:nvSpPr>
        <dsp:cNvPr id="0" name=""/>
        <dsp:cNvSpPr/>
      </dsp:nvSpPr>
      <dsp:spPr>
        <a:xfrm>
          <a:off x="1475089" y="1088044"/>
          <a:ext cx="283458" cy="33159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1475089" y="1154363"/>
        <a:ext cx="198421" cy="198955"/>
      </dsp:txXfrm>
    </dsp:sp>
    <dsp:sp modelId="{DE18BE0C-86D7-4C7F-A9DD-7FBE50125269}">
      <dsp:nvSpPr>
        <dsp:cNvPr id="0" name=""/>
        <dsp:cNvSpPr/>
      </dsp:nvSpPr>
      <dsp:spPr>
        <a:xfrm>
          <a:off x="1876210" y="307446"/>
          <a:ext cx="1337069" cy="18927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personalized risk assessment using individual baseline values.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15371" y="346607"/>
        <a:ext cx="1258747" cy="1814466"/>
      </dsp:txXfrm>
    </dsp:sp>
    <dsp:sp modelId="{C22716DF-54FA-4C05-BBD7-88010B11756F}">
      <dsp:nvSpPr>
        <dsp:cNvPr id="0" name=""/>
        <dsp:cNvSpPr/>
      </dsp:nvSpPr>
      <dsp:spPr>
        <a:xfrm>
          <a:off x="3346986" y="1088044"/>
          <a:ext cx="283458" cy="33159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3346986" y="1154363"/>
        <a:ext cx="198421" cy="198955"/>
      </dsp:txXfrm>
    </dsp:sp>
    <dsp:sp modelId="{A8E3AD4C-C7CC-4357-B075-ED132603F4D7}">
      <dsp:nvSpPr>
        <dsp:cNvPr id="0" name=""/>
        <dsp:cNvSpPr/>
      </dsp:nvSpPr>
      <dsp:spPr>
        <a:xfrm>
          <a:off x="3748106" y="307446"/>
          <a:ext cx="1337069" cy="18927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Supports timely rest and welfare interventions</a:t>
          </a:r>
          <a:r>
            <a:rPr lang="en-US" sz="1600" kern="1200" dirty="0"/>
            <a:t>.</a:t>
          </a:r>
          <a:endParaRPr lang="en-IN" sz="1600" kern="1200" dirty="0"/>
        </a:p>
      </dsp:txBody>
      <dsp:txXfrm>
        <a:off x="3787267" y="346607"/>
        <a:ext cx="1258747" cy="1814466"/>
      </dsp:txXfrm>
    </dsp:sp>
    <dsp:sp modelId="{F8F842F5-DFF9-43BC-8D92-6546D0F047A5}">
      <dsp:nvSpPr>
        <dsp:cNvPr id="0" name=""/>
        <dsp:cNvSpPr/>
      </dsp:nvSpPr>
      <dsp:spPr>
        <a:xfrm>
          <a:off x="5218883" y="1088044"/>
          <a:ext cx="283458" cy="33159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5218883" y="1154363"/>
        <a:ext cx="198421" cy="198955"/>
      </dsp:txXfrm>
    </dsp:sp>
    <dsp:sp modelId="{C9F8099F-CB9A-4BD7-9228-139F51BAB825}">
      <dsp:nvSpPr>
        <dsp:cNvPr id="0" name=""/>
        <dsp:cNvSpPr/>
      </dsp:nvSpPr>
      <dsp:spPr>
        <a:xfrm>
          <a:off x="5620003" y="307446"/>
          <a:ext cx="1337069" cy="18927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Helps improve personnel well-being, alertness and operational readiness.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59164" y="346607"/>
        <a:ext cx="1258747" cy="1814466"/>
      </dsp:txXfrm>
    </dsp:sp>
    <dsp:sp modelId="{818A0DE9-0BB4-4E32-94FE-D385E2C7C663}">
      <dsp:nvSpPr>
        <dsp:cNvPr id="0" name=""/>
        <dsp:cNvSpPr/>
      </dsp:nvSpPr>
      <dsp:spPr>
        <a:xfrm>
          <a:off x="7090779" y="1088044"/>
          <a:ext cx="283458" cy="33159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7090779" y="1154363"/>
        <a:ext cx="198421" cy="198955"/>
      </dsp:txXfrm>
    </dsp:sp>
    <dsp:sp modelId="{04BB5929-02D1-4663-A227-D01E986334D0}">
      <dsp:nvSpPr>
        <dsp:cNvPr id="0" name=""/>
        <dsp:cNvSpPr/>
      </dsp:nvSpPr>
      <dsp:spPr>
        <a:xfrm>
          <a:off x="7491900" y="307446"/>
          <a:ext cx="1337069" cy="18927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Privacy-conscious design can limit access to sensitive physiological information</a:t>
          </a:r>
          <a:r>
            <a:rPr lang="en-US" sz="1600" kern="1200" dirty="0"/>
            <a:t>.</a:t>
          </a:r>
          <a:endParaRPr lang="en-IN" sz="1600" kern="1200" dirty="0"/>
        </a:p>
      </dsp:txBody>
      <dsp:txXfrm>
        <a:off x="7531061" y="346607"/>
        <a:ext cx="1258747" cy="18144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0D44D-D976-408F-BD60-CDC92201C956}">
      <dsp:nvSpPr>
        <dsp:cNvPr id="0" name=""/>
        <dsp:cNvSpPr/>
      </dsp:nvSpPr>
      <dsp:spPr>
        <a:xfrm>
          <a:off x="2156215" y="1021013"/>
          <a:ext cx="1253875" cy="1253875"/>
        </a:xfrm>
        <a:prstGeom prst="ellipse">
          <a:avLst/>
        </a:prstGeom>
        <a:gradFill rotWithShape="1">
          <a:gsLst>
            <a:gs pos="0">
              <a:schemeClr val="accent5">
                <a:tint val="100000"/>
                <a:shade val="100000"/>
                <a:satMod val="130000"/>
              </a:schemeClr>
            </a:gs>
            <a:gs pos="100000">
              <a:schemeClr val="accent5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</dsp:sp>
    <dsp:sp modelId="{74B29F95-C455-4C27-BC6A-7A510707EF68}">
      <dsp:nvSpPr>
        <dsp:cNvPr id="0" name=""/>
        <dsp:cNvSpPr/>
      </dsp:nvSpPr>
      <dsp:spPr>
        <a:xfrm>
          <a:off x="2055905" y="0"/>
          <a:ext cx="1454495" cy="8418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sto MT" panose="02040603050505030304" pitchFamily="18" charset="0"/>
            </a:rPr>
            <a:t>Enables early prediction of stress and fatigue in uniformed personnel.</a:t>
          </a:r>
          <a:endParaRPr lang="en-IN" sz="1200" b="1" kern="1200" dirty="0">
            <a:latin typeface="Calisto MT" panose="02040603050505030304" pitchFamily="18" charset="0"/>
          </a:endParaRPr>
        </a:p>
      </dsp:txBody>
      <dsp:txXfrm>
        <a:off x="2055905" y="0"/>
        <a:ext cx="1454495" cy="841887"/>
      </dsp:txXfrm>
    </dsp:sp>
    <dsp:sp modelId="{D5BCF406-A704-4BBE-98C4-785655B859B3}">
      <dsp:nvSpPr>
        <dsp:cNvPr id="0" name=""/>
        <dsp:cNvSpPr/>
      </dsp:nvSpPr>
      <dsp:spPr>
        <a:xfrm>
          <a:off x="2633189" y="1367441"/>
          <a:ext cx="1253875" cy="1253875"/>
        </a:xfrm>
        <a:prstGeom prst="ellipse">
          <a:avLst/>
        </a:prstGeom>
        <a:gradFill rotWithShape="1">
          <a:gsLst>
            <a:gs pos="0">
              <a:schemeClr val="accent4">
                <a:tint val="100000"/>
                <a:shade val="100000"/>
                <a:satMod val="130000"/>
              </a:schemeClr>
            </a:gs>
            <a:gs pos="100000">
              <a:schemeClr val="accent4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</dsp:sp>
    <dsp:sp modelId="{275BDB28-2B3F-4171-80E2-D674E9DBF7A6}">
      <dsp:nvSpPr>
        <dsp:cNvPr id="0" name=""/>
        <dsp:cNvSpPr/>
      </dsp:nvSpPr>
      <dsp:spPr>
        <a:xfrm>
          <a:off x="3986873" y="1110575"/>
          <a:ext cx="1304030" cy="91353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sto MT" panose="02040603050505030304" pitchFamily="18" charset="0"/>
            </a:rPr>
            <a:t>Improves personnel well-being and operational readiness.</a:t>
          </a:r>
          <a:endParaRPr lang="en-IN" sz="1200" b="1" kern="1200" dirty="0">
            <a:latin typeface="Calisto MT" panose="02040603050505030304" pitchFamily="18" charset="0"/>
          </a:endParaRPr>
        </a:p>
      </dsp:txBody>
      <dsp:txXfrm>
        <a:off x="3986873" y="1110575"/>
        <a:ext cx="1304030" cy="913538"/>
      </dsp:txXfrm>
    </dsp:sp>
    <dsp:sp modelId="{B5A3444C-2553-47F3-8D01-DD0676B787B0}">
      <dsp:nvSpPr>
        <dsp:cNvPr id="0" name=""/>
        <dsp:cNvSpPr/>
      </dsp:nvSpPr>
      <dsp:spPr>
        <a:xfrm>
          <a:off x="2451126" y="1928460"/>
          <a:ext cx="1253875" cy="1253875"/>
        </a:xfrm>
        <a:prstGeom prst="ellipse">
          <a:avLst/>
        </a:prstGeom>
        <a:solidFill>
          <a:schemeClr val="accent5">
            <a:alpha val="50000"/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B87FAE3-E4B5-4442-8C41-92FEB31AE7FE}">
      <dsp:nvSpPr>
        <dsp:cNvPr id="0" name=""/>
        <dsp:cNvSpPr/>
      </dsp:nvSpPr>
      <dsp:spPr>
        <a:xfrm>
          <a:off x="3786253" y="2668963"/>
          <a:ext cx="1304030" cy="91353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sto MT" panose="02040603050505030304" pitchFamily="18" charset="0"/>
            </a:rPr>
            <a:t>Supports timely intervention before stress or fatigue becomes severe.</a:t>
          </a:r>
          <a:endParaRPr lang="en-IN" sz="1200" b="1" kern="1200" dirty="0">
            <a:latin typeface="Calisto MT" panose="02040603050505030304" pitchFamily="18" charset="0"/>
          </a:endParaRPr>
        </a:p>
      </dsp:txBody>
      <dsp:txXfrm>
        <a:off x="3786253" y="2668963"/>
        <a:ext cx="1304030" cy="913538"/>
      </dsp:txXfrm>
    </dsp:sp>
    <dsp:sp modelId="{836EC339-C5E3-4E50-A086-BC112C18C188}">
      <dsp:nvSpPr>
        <dsp:cNvPr id="0" name=""/>
        <dsp:cNvSpPr/>
      </dsp:nvSpPr>
      <dsp:spPr>
        <a:xfrm>
          <a:off x="1861303" y="1928460"/>
          <a:ext cx="1253875" cy="1253875"/>
        </a:xfrm>
        <a:prstGeom prst="ellipse">
          <a:avLst/>
        </a:prstGeom>
        <a:solidFill>
          <a:schemeClr val="accent5">
            <a:alpha val="50000"/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03FDAB8-608F-4C44-B27B-F15379D2806B}">
      <dsp:nvSpPr>
        <dsp:cNvPr id="0" name=""/>
        <dsp:cNvSpPr/>
      </dsp:nvSpPr>
      <dsp:spPr>
        <a:xfrm>
          <a:off x="476021" y="2668963"/>
          <a:ext cx="1304030" cy="91353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sto MT" panose="02040603050505030304" pitchFamily="18" charset="0"/>
            </a:rPr>
            <a:t>Promotes data-driven welfare management.</a:t>
          </a:r>
          <a:endParaRPr lang="en-IN" sz="1200" b="1" kern="1200" dirty="0">
            <a:latin typeface="Calisto MT" panose="02040603050505030304" pitchFamily="18" charset="0"/>
          </a:endParaRPr>
        </a:p>
      </dsp:txBody>
      <dsp:txXfrm>
        <a:off x="476021" y="2668963"/>
        <a:ext cx="1304030" cy="913538"/>
      </dsp:txXfrm>
    </dsp:sp>
    <dsp:sp modelId="{6071533A-5B30-4BB2-A8E9-B557189E770C}">
      <dsp:nvSpPr>
        <dsp:cNvPr id="0" name=""/>
        <dsp:cNvSpPr/>
      </dsp:nvSpPr>
      <dsp:spPr>
        <a:xfrm>
          <a:off x="1679240" y="1367441"/>
          <a:ext cx="1253875" cy="1253875"/>
        </a:xfrm>
        <a:prstGeom prst="ellipse">
          <a:avLst/>
        </a:prstGeom>
        <a:solidFill>
          <a:schemeClr val="accent5">
            <a:alpha val="50000"/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50CA38B-B9A4-4794-80CA-43B808F399E2}">
      <dsp:nvSpPr>
        <dsp:cNvPr id="0" name=""/>
        <dsp:cNvSpPr/>
      </dsp:nvSpPr>
      <dsp:spPr>
        <a:xfrm>
          <a:off x="275401" y="1110575"/>
          <a:ext cx="1304030" cy="91353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sto MT" panose="02040603050505030304" pitchFamily="18" charset="0"/>
            </a:rPr>
            <a:t>Can be scaled for large-scale personnel monitoring.</a:t>
          </a:r>
          <a:endParaRPr lang="en-IN" sz="1200" b="1" kern="1200" dirty="0">
            <a:latin typeface="Calisto MT" panose="02040603050505030304" pitchFamily="18" charset="0"/>
          </a:endParaRPr>
        </a:p>
      </dsp:txBody>
      <dsp:txXfrm>
        <a:off x="275401" y="1110575"/>
        <a:ext cx="1304030" cy="913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3.png"/><Relationship Id="rId7" Type="http://schemas.openxmlformats.org/officeDocument/2006/relationships/diagramData" Target="../diagrams/data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microsoft.com/office/2007/relationships/diagramDrawing" Target="../diagrams/drawing1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4">
            <a:extLst>
              <a:ext uri="{FF2B5EF4-FFF2-40B4-BE49-F238E27FC236}">
                <a16:creationId xmlns:a16="http://schemas.microsoft.com/office/drawing/2014/main" id="{4BA3AEE5-21EE-53C9-03F1-E531634C8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6">
            <a:extLst>
              <a:ext uri="{FF2B5EF4-FFF2-40B4-BE49-F238E27FC236}">
                <a16:creationId xmlns:a16="http://schemas.microsoft.com/office/drawing/2014/main" id="{7585079E-6C15-3D4E-84AC-F1D8EFC3C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C56983D-992E-FF72-9F35-940F3A24C6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24" name="Subtitle 3">
            <a:extLst>
              <a:ext uri="{FF2B5EF4-FFF2-40B4-BE49-F238E27FC236}">
                <a16:creationId xmlns:a16="http://schemas.microsoft.com/office/drawing/2014/main" id="{966C4F15-1AC2-956F-A73C-AE050D273344}"/>
              </a:ext>
            </a:extLst>
          </p:cNvPr>
          <p:cNvSpPr txBox="1">
            <a:spLocks/>
          </p:cNvSpPr>
          <p:nvPr/>
        </p:nvSpPr>
        <p:spPr>
          <a:xfrm>
            <a:off x="1245686" y="648614"/>
            <a:ext cx="8534400" cy="17526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TITLE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0D57C8-3B91-3A84-9D8C-9CB4A53CBBAE}"/>
              </a:ext>
            </a:extLst>
          </p:cNvPr>
          <p:cNvSpPr txBox="1"/>
          <p:nvPr/>
        </p:nvSpPr>
        <p:spPr>
          <a:xfrm>
            <a:off x="357772" y="2142009"/>
            <a:ext cx="5924550" cy="375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26186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Predictive Personnel Stress and Welfare Monitoring System for Uniformed Forces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MedTech / Biotech / HealthTech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-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Atelier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9334D06-3B13-0F7C-D64D-257271050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D29AE28-E8F4-DF00-05D2-9CC6DA99C960}"/>
              </a:ext>
            </a:extLst>
          </p:cNvPr>
          <p:cNvSpPr txBox="1"/>
          <p:nvPr/>
        </p:nvSpPr>
        <p:spPr>
          <a:xfrm>
            <a:off x="1342049" y="205190"/>
            <a:ext cx="832458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  <a:ea typeface="ＭＳ Ｐゴシック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  <a:ea typeface="ＭＳ Ｐゴシック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7472" y="274320"/>
            <a:ext cx="1417320" cy="566928"/>
          </a:xfrm>
          <a:prstGeom prst="ellipse">
            <a:avLst/>
          </a:prstGeom>
          <a:solidFill>
            <a:srgbClr val="E1EEFA"/>
          </a:solidFill>
          <a:ln>
            <a:solidFill>
              <a:srgbClr val="19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47472" y="356616"/>
            <a:ext cx="1417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300" b="1" dirty="0">
                <a:solidFill>
                  <a:srgbClr val="19375A"/>
                </a:solidFill>
                <a:latin typeface="Aptos"/>
              </a:rPr>
              <a:t>TECH ATELIER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612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@SIH Idea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188" y="1142999"/>
            <a:ext cx="52120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94EC29F-DCDA-E9E1-3C16-E7EF6D24E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115" y="-6205"/>
            <a:ext cx="2249850" cy="106233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CBC0A89-D4CB-EA34-D621-22563F8CD6CA}"/>
              </a:ext>
            </a:extLst>
          </p:cNvPr>
          <p:cNvSpPr txBox="1"/>
          <p:nvPr/>
        </p:nvSpPr>
        <p:spPr>
          <a:xfrm>
            <a:off x="628075" y="1814136"/>
            <a:ext cx="30480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software-based AI system that continuously monitors physiological and activity signals of uniformed personnel.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predicts stress and fatigue risk using machine learning and personalized baseline.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early warnings and welfare recommendations for timely intervention.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user-friendly dashboard displays risk level, trend and suggestions for better decision making.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7603D-D5E8-B5F5-3E89-CD6FD2A4CC34}"/>
              </a:ext>
            </a:extLst>
          </p:cNvPr>
          <p:cNvSpPr/>
          <p:nvPr/>
        </p:nvSpPr>
        <p:spPr>
          <a:xfrm>
            <a:off x="3944462" y="1109254"/>
            <a:ext cx="8010525" cy="5381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5C959D64-1D33-743E-441D-ED17C2E0D737}"/>
              </a:ext>
            </a:extLst>
          </p:cNvPr>
          <p:cNvSpPr/>
          <p:nvPr/>
        </p:nvSpPr>
        <p:spPr>
          <a:xfrm>
            <a:off x="4287362" y="2195104"/>
            <a:ext cx="2686050" cy="3486416"/>
          </a:xfrm>
          <a:custGeom>
            <a:avLst/>
            <a:gdLst/>
            <a:ahLst/>
            <a:cxnLst/>
            <a:rect l="0" t="0" r="0" b="0"/>
            <a:pathLst>
              <a:path w="2686050" h="3486416">
                <a:moveTo>
                  <a:pt x="0" y="342900"/>
                </a:moveTo>
                <a:lnTo>
                  <a:pt x="1714500" y="0"/>
                </a:lnTo>
                <a:lnTo>
                  <a:pt x="2686050" y="0"/>
                </a:lnTo>
                <a:lnTo>
                  <a:pt x="1828800" y="342900"/>
                </a:lnTo>
                <a:lnTo>
                  <a:pt x="1828800" y="3143516"/>
                </a:lnTo>
                <a:lnTo>
                  <a:pt x="914400" y="3486416"/>
                </a:lnTo>
                <a:lnTo>
                  <a:pt x="0" y="3143516"/>
                </a:lnTo>
                <a:lnTo>
                  <a:pt x="0" y="457200"/>
                </a:lnTo>
                <a:cubicBezTo>
                  <a:pt x="0" y="394077"/>
                  <a:pt x="0" y="342900"/>
                  <a:pt x="0" y="342900"/>
                </a:cubicBezTo>
              </a:path>
            </a:pathLst>
          </a:custGeom>
          <a:gradFill rotWithShape="1">
            <a:gsLst>
              <a:gs pos="0">
                <a:srgbClr val="9CC2FF"/>
              </a:gs>
              <a:gs pos="100000">
                <a:srgbClr val="4F92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5007701F-E0A0-8412-FBD7-F19D4D5E9258}"/>
              </a:ext>
            </a:extLst>
          </p:cNvPr>
          <p:cNvSpPr/>
          <p:nvPr/>
        </p:nvSpPr>
        <p:spPr>
          <a:xfrm>
            <a:off x="4287362" y="2195103"/>
            <a:ext cx="2686050" cy="3486421"/>
          </a:xfrm>
          <a:custGeom>
            <a:avLst/>
            <a:gdLst/>
            <a:ahLst/>
            <a:cxnLst/>
            <a:rect l="0" t="0" r="0" b="0"/>
            <a:pathLst>
              <a:path w="2686050" h="3486421">
                <a:moveTo>
                  <a:pt x="1828800" y="457200"/>
                </a:moveTo>
                <a:lnTo>
                  <a:pt x="1828800" y="342900"/>
                </a:lnTo>
                <a:lnTo>
                  <a:pt x="0" y="342900"/>
                </a:lnTo>
                <a:lnTo>
                  <a:pt x="0" y="457200"/>
                </a:lnTo>
                <a:moveTo>
                  <a:pt x="1828800" y="342900"/>
                </a:moveTo>
                <a:lnTo>
                  <a:pt x="2686050" y="0"/>
                </a:lnTo>
                <a:lnTo>
                  <a:pt x="1714500" y="0"/>
                </a:lnTo>
                <a:lnTo>
                  <a:pt x="0" y="342900"/>
                </a:lnTo>
                <a:moveTo>
                  <a:pt x="1828800" y="3029218"/>
                </a:moveTo>
                <a:lnTo>
                  <a:pt x="1828800" y="457199"/>
                </a:lnTo>
                <a:moveTo>
                  <a:pt x="0" y="3029218"/>
                </a:moveTo>
                <a:lnTo>
                  <a:pt x="0" y="457199"/>
                </a:lnTo>
                <a:moveTo>
                  <a:pt x="1828800" y="3029221"/>
                </a:moveTo>
                <a:lnTo>
                  <a:pt x="1828800" y="3143521"/>
                </a:lnTo>
                <a:lnTo>
                  <a:pt x="914400" y="3486421"/>
                </a:lnTo>
                <a:lnTo>
                  <a:pt x="0" y="3143521"/>
                </a:lnTo>
                <a:lnTo>
                  <a:pt x="0" y="3029221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93E05346-B277-480F-B9B1-2B5F6956CE06}"/>
              </a:ext>
            </a:extLst>
          </p:cNvPr>
          <p:cNvSpPr/>
          <p:nvPr/>
        </p:nvSpPr>
        <p:spPr>
          <a:xfrm>
            <a:off x="6116162" y="2195104"/>
            <a:ext cx="1828800" cy="3715016"/>
          </a:xfrm>
          <a:custGeom>
            <a:avLst/>
            <a:gdLst/>
            <a:ahLst/>
            <a:cxnLst/>
            <a:rect l="0" t="0" r="0" b="0"/>
            <a:pathLst>
              <a:path w="1828800" h="3715016">
                <a:moveTo>
                  <a:pt x="0" y="342900"/>
                </a:moveTo>
                <a:lnTo>
                  <a:pt x="857250" y="0"/>
                </a:lnTo>
                <a:lnTo>
                  <a:pt x="1828800" y="0"/>
                </a:lnTo>
                <a:lnTo>
                  <a:pt x="1828800" y="3372116"/>
                </a:lnTo>
                <a:lnTo>
                  <a:pt x="914400" y="3715016"/>
                </a:lnTo>
                <a:lnTo>
                  <a:pt x="0" y="3372116"/>
                </a:lnTo>
                <a:lnTo>
                  <a:pt x="0" y="457200"/>
                </a:lnTo>
                <a:cubicBezTo>
                  <a:pt x="0" y="394077"/>
                  <a:pt x="0" y="342900"/>
                  <a:pt x="0" y="342900"/>
                </a:cubicBezTo>
              </a:path>
            </a:pathLst>
          </a:custGeom>
          <a:gradFill rotWithShape="1">
            <a:gsLst>
              <a:gs pos="0">
                <a:srgbClr val="7FDFFF"/>
              </a:gs>
              <a:gs pos="100000">
                <a:srgbClr val="1AC6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0462FDD7-9242-8226-EA55-19C657DBC25E}"/>
              </a:ext>
            </a:extLst>
          </p:cNvPr>
          <p:cNvSpPr/>
          <p:nvPr/>
        </p:nvSpPr>
        <p:spPr>
          <a:xfrm>
            <a:off x="6116162" y="2195103"/>
            <a:ext cx="1828800" cy="3715021"/>
          </a:xfrm>
          <a:custGeom>
            <a:avLst/>
            <a:gdLst/>
            <a:ahLst/>
            <a:cxnLst/>
            <a:rect l="0" t="0" r="0" b="0"/>
            <a:pathLst>
              <a:path w="1828800" h="3715021">
                <a:moveTo>
                  <a:pt x="1828800" y="457200"/>
                </a:moveTo>
                <a:lnTo>
                  <a:pt x="1828800" y="342900"/>
                </a:lnTo>
                <a:lnTo>
                  <a:pt x="0" y="342900"/>
                </a:lnTo>
                <a:lnTo>
                  <a:pt x="0" y="457200"/>
                </a:lnTo>
                <a:moveTo>
                  <a:pt x="1828800" y="342900"/>
                </a:moveTo>
                <a:lnTo>
                  <a:pt x="1828800" y="0"/>
                </a:lnTo>
                <a:lnTo>
                  <a:pt x="857250" y="0"/>
                </a:lnTo>
                <a:lnTo>
                  <a:pt x="0" y="342900"/>
                </a:lnTo>
                <a:moveTo>
                  <a:pt x="1828800" y="3029218"/>
                </a:moveTo>
                <a:lnTo>
                  <a:pt x="1828800" y="457199"/>
                </a:lnTo>
                <a:moveTo>
                  <a:pt x="0" y="3029218"/>
                </a:moveTo>
                <a:lnTo>
                  <a:pt x="0" y="457199"/>
                </a:lnTo>
                <a:moveTo>
                  <a:pt x="1828800" y="3029221"/>
                </a:moveTo>
                <a:lnTo>
                  <a:pt x="1828800" y="3372121"/>
                </a:lnTo>
                <a:lnTo>
                  <a:pt x="914400" y="3715021"/>
                </a:lnTo>
                <a:lnTo>
                  <a:pt x="0" y="3372121"/>
                </a:lnTo>
                <a:lnTo>
                  <a:pt x="0" y="3029221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6">
            <a:extLst>
              <a:ext uri="{FF2B5EF4-FFF2-40B4-BE49-F238E27FC236}">
                <a16:creationId xmlns:a16="http://schemas.microsoft.com/office/drawing/2014/main" id="{2302D11C-53A7-3996-BD6E-38379DBC875B}"/>
              </a:ext>
            </a:extLst>
          </p:cNvPr>
          <p:cNvSpPr/>
          <p:nvPr/>
        </p:nvSpPr>
        <p:spPr>
          <a:xfrm>
            <a:off x="7944962" y="2195104"/>
            <a:ext cx="1828800" cy="3715016"/>
          </a:xfrm>
          <a:custGeom>
            <a:avLst/>
            <a:gdLst/>
            <a:ahLst/>
            <a:cxnLst/>
            <a:rect l="0" t="0" r="0" b="0"/>
            <a:pathLst>
              <a:path w="1828800" h="3715016">
                <a:moveTo>
                  <a:pt x="0" y="342900"/>
                </a:moveTo>
                <a:lnTo>
                  <a:pt x="0" y="0"/>
                </a:lnTo>
                <a:lnTo>
                  <a:pt x="971550" y="0"/>
                </a:lnTo>
                <a:lnTo>
                  <a:pt x="1828800" y="342900"/>
                </a:lnTo>
                <a:lnTo>
                  <a:pt x="1828800" y="3372116"/>
                </a:lnTo>
                <a:lnTo>
                  <a:pt x="914400" y="3715016"/>
                </a:lnTo>
                <a:lnTo>
                  <a:pt x="0" y="3372116"/>
                </a:lnTo>
                <a:lnTo>
                  <a:pt x="0" y="457200"/>
                </a:lnTo>
                <a:cubicBezTo>
                  <a:pt x="0" y="394077"/>
                  <a:pt x="0" y="342900"/>
                  <a:pt x="0" y="342900"/>
                </a:cubicBezTo>
              </a:path>
            </a:pathLst>
          </a:custGeom>
          <a:gradFill rotWithShape="1">
            <a:gsLst>
              <a:gs pos="0">
                <a:srgbClr val="83FAC1"/>
              </a:gs>
              <a:gs pos="100000">
                <a:srgbClr val="44E09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3218F41C-D8AA-5DCD-8AE1-4C7562DFB89A}"/>
              </a:ext>
            </a:extLst>
          </p:cNvPr>
          <p:cNvSpPr/>
          <p:nvPr/>
        </p:nvSpPr>
        <p:spPr>
          <a:xfrm>
            <a:off x="7944962" y="2195103"/>
            <a:ext cx="1828800" cy="3715021"/>
          </a:xfrm>
          <a:custGeom>
            <a:avLst/>
            <a:gdLst/>
            <a:ahLst/>
            <a:cxnLst/>
            <a:rect l="0" t="0" r="0" b="0"/>
            <a:pathLst>
              <a:path w="1828800" h="3715021">
                <a:moveTo>
                  <a:pt x="1828800" y="457200"/>
                </a:moveTo>
                <a:lnTo>
                  <a:pt x="1828800" y="342900"/>
                </a:lnTo>
                <a:lnTo>
                  <a:pt x="0" y="342900"/>
                </a:lnTo>
                <a:lnTo>
                  <a:pt x="0" y="457200"/>
                </a:lnTo>
                <a:moveTo>
                  <a:pt x="1828800" y="342900"/>
                </a:moveTo>
                <a:lnTo>
                  <a:pt x="971550" y="0"/>
                </a:lnTo>
                <a:lnTo>
                  <a:pt x="0" y="0"/>
                </a:lnTo>
                <a:lnTo>
                  <a:pt x="0" y="342900"/>
                </a:lnTo>
                <a:moveTo>
                  <a:pt x="1828800" y="3029218"/>
                </a:moveTo>
                <a:lnTo>
                  <a:pt x="1828800" y="457199"/>
                </a:lnTo>
                <a:moveTo>
                  <a:pt x="0" y="3029218"/>
                </a:moveTo>
                <a:lnTo>
                  <a:pt x="0" y="457199"/>
                </a:lnTo>
                <a:moveTo>
                  <a:pt x="1828800" y="3029221"/>
                </a:moveTo>
                <a:lnTo>
                  <a:pt x="1828800" y="3372121"/>
                </a:lnTo>
                <a:lnTo>
                  <a:pt x="914400" y="3715021"/>
                </a:lnTo>
                <a:lnTo>
                  <a:pt x="0" y="3372121"/>
                </a:lnTo>
                <a:lnTo>
                  <a:pt x="0" y="3029221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7F8E4120-7D66-426D-DE00-3C98000DB08D}"/>
              </a:ext>
            </a:extLst>
          </p:cNvPr>
          <p:cNvSpPr/>
          <p:nvPr/>
        </p:nvSpPr>
        <p:spPr>
          <a:xfrm>
            <a:off x="8916512" y="2195104"/>
            <a:ext cx="2686050" cy="3486416"/>
          </a:xfrm>
          <a:custGeom>
            <a:avLst/>
            <a:gdLst/>
            <a:ahLst/>
            <a:cxnLst/>
            <a:rect l="0" t="0" r="0" b="0"/>
            <a:pathLst>
              <a:path w="2686050" h="3486416">
                <a:moveTo>
                  <a:pt x="857250" y="342900"/>
                </a:moveTo>
                <a:lnTo>
                  <a:pt x="0" y="0"/>
                </a:lnTo>
                <a:lnTo>
                  <a:pt x="971550" y="0"/>
                </a:lnTo>
                <a:lnTo>
                  <a:pt x="2686050" y="342900"/>
                </a:lnTo>
                <a:lnTo>
                  <a:pt x="2686050" y="3143516"/>
                </a:lnTo>
                <a:lnTo>
                  <a:pt x="1771650" y="3486416"/>
                </a:lnTo>
                <a:lnTo>
                  <a:pt x="857250" y="3143516"/>
                </a:lnTo>
                <a:lnTo>
                  <a:pt x="857250" y="457200"/>
                </a:lnTo>
                <a:cubicBezTo>
                  <a:pt x="857250" y="394077"/>
                  <a:pt x="857250" y="342900"/>
                  <a:pt x="857250" y="342900"/>
                </a:cubicBezTo>
              </a:path>
            </a:pathLst>
          </a:custGeom>
          <a:gradFill rotWithShape="1">
            <a:gsLst>
              <a:gs pos="0">
                <a:srgbClr val="CFF976"/>
              </a:gs>
              <a:gs pos="100000">
                <a:srgbClr val="A8DD38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9">
            <a:extLst>
              <a:ext uri="{FF2B5EF4-FFF2-40B4-BE49-F238E27FC236}">
                <a16:creationId xmlns:a16="http://schemas.microsoft.com/office/drawing/2014/main" id="{4725B5CA-A529-F3B3-C727-B471341E23D1}"/>
              </a:ext>
            </a:extLst>
          </p:cNvPr>
          <p:cNvSpPr/>
          <p:nvPr/>
        </p:nvSpPr>
        <p:spPr>
          <a:xfrm>
            <a:off x="8916512" y="2195103"/>
            <a:ext cx="2686050" cy="3486421"/>
          </a:xfrm>
          <a:custGeom>
            <a:avLst/>
            <a:gdLst/>
            <a:ahLst/>
            <a:cxnLst/>
            <a:rect l="0" t="0" r="0" b="0"/>
            <a:pathLst>
              <a:path w="2686050" h="3486421">
                <a:moveTo>
                  <a:pt x="2686050" y="457200"/>
                </a:moveTo>
                <a:lnTo>
                  <a:pt x="2686050" y="342900"/>
                </a:lnTo>
                <a:lnTo>
                  <a:pt x="857250" y="342900"/>
                </a:lnTo>
                <a:lnTo>
                  <a:pt x="857250" y="457200"/>
                </a:lnTo>
                <a:moveTo>
                  <a:pt x="2686050" y="342900"/>
                </a:moveTo>
                <a:lnTo>
                  <a:pt x="971550" y="0"/>
                </a:lnTo>
                <a:lnTo>
                  <a:pt x="0" y="0"/>
                </a:lnTo>
                <a:lnTo>
                  <a:pt x="857250" y="342900"/>
                </a:lnTo>
                <a:moveTo>
                  <a:pt x="2686050" y="3029218"/>
                </a:moveTo>
                <a:lnTo>
                  <a:pt x="2686050" y="457199"/>
                </a:lnTo>
                <a:moveTo>
                  <a:pt x="857250" y="3029218"/>
                </a:moveTo>
                <a:lnTo>
                  <a:pt x="857250" y="457199"/>
                </a:lnTo>
                <a:moveTo>
                  <a:pt x="2686050" y="3029221"/>
                </a:moveTo>
                <a:lnTo>
                  <a:pt x="2686050" y="3143521"/>
                </a:lnTo>
                <a:lnTo>
                  <a:pt x="1771650" y="3486421"/>
                </a:lnTo>
                <a:lnTo>
                  <a:pt x="857250" y="3143521"/>
                </a:lnTo>
                <a:lnTo>
                  <a:pt x="857250" y="3029221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F1BEA3-CD4C-2B46-B244-2D3307ADE1E8}"/>
              </a:ext>
            </a:extLst>
          </p:cNvPr>
          <p:cNvSpPr txBox="1"/>
          <p:nvPr/>
        </p:nvSpPr>
        <p:spPr>
          <a:xfrm>
            <a:off x="6323045" y="1566453"/>
            <a:ext cx="32438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800" b="1" dirty="0">
                <a:solidFill>
                  <a:srgbClr val="484848"/>
                </a:solidFill>
                <a:latin typeface="Roboto"/>
              </a:rPr>
              <a:t>AI monitoring system features</a:t>
            </a:r>
          </a:p>
        </p:txBody>
      </p:sp>
      <p:sp>
        <p:nvSpPr>
          <p:cNvPr id="27" name="Rounded Rectangle 11">
            <a:extLst>
              <a:ext uri="{FF2B5EF4-FFF2-40B4-BE49-F238E27FC236}">
                <a16:creationId xmlns:a16="http://schemas.microsoft.com/office/drawing/2014/main" id="{D52DE981-AFFA-106F-3D70-CFF1C65A576B}"/>
              </a:ext>
            </a:extLst>
          </p:cNvPr>
          <p:cNvSpPr/>
          <p:nvPr/>
        </p:nvSpPr>
        <p:spPr>
          <a:xfrm>
            <a:off x="4927918" y="2802322"/>
            <a:ext cx="547687" cy="500062"/>
          </a:xfrm>
          <a:custGeom>
            <a:avLst/>
            <a:gdLst/>
            <a:ahLst/>
            <a:cxnLst/>
            <a:rect l="0" t="0" r="0" b="0"/>
            <a:pathLst>
              <a:path w="547687" h="500062">
                <a:moveTo>
                  <a:pt x="202406" y="500062"/>
                </a:moveTo>
                <a:cubicBezTo>
                  <a:pt x="223249" y="472421"/>
                  <a:pt x="235654" y="439342"/>
                  <a:pt x="238125" y="404812"/>
                </a:cubicBezTo>
                <a:moveTo>
                  <a:pt x="345281" y="500062"/>
                </a:moveTo>
                <a:cubicBezTo>
                  <a:pt x="324437" y="472421"/>
                  <a:pt x="312033" y="439342"/>
                  <a:pt x="309562" y="404812"/>
                </a:cubicBezTo>
                <a:moveTo>
                  <a:pt x="166687" y="500062"/>
                </a:moveTo>
                <a:lnTo>
                  <a:pt x="381000" y="500062"/>
                </a:lnTo>
                <a:moveTo>
                  <a:pt x="0" y="333375"/>
                </a:moveTo>
                <a:lnTo>
                  <a:pt x="547687" y="333375"/>
                </a:lnTo>
                <a:moveTo>
                  <a:pt x="23812" y="0"/>
                </a:moveTo>
                <a:lnTo>
                  <a:pt x="523875" y="0"/>
                </a:lnTo>
                <a:cubicBezTo>
                  <a:pt x="523875" y="0"/>
                  <a:pt x="547687" y="0"/>
                  <a:pt x="547687" y="23812"/>
                </a:cubicBezTo>
                <a:lnTo>
                  <a:pt x="547687" y="381000"/>
                </a:lnTo>
                <a:cubicBezTo>
                  <a:pt x="547687" y="381000"/>
                  <a:pt x="547687" y="404812"/>
                  <a:pt x="523875" y="404812"/>
                </a:cubicBezTo>
                <a:lnTo>
                  <a:pt x="23812" y="404812"/>
                </a:lnTo>
                <a:cubicBezTo>
                  <a:pt x="23812" y="404812"/>
                  <a:pt x="0" y="404812"/>
                  <a:pt x="0" y="381000"/>
                </a:cubicBezTo>
                <a:lnTo>
                  <a:pt x="0" y="23812"/>
                </a:lnTo>
                <a:cubicBezTo>
                  <a:pt x="0" y="23812"/>
                  <a:pt x="0" y="0"/>
                  <a:pt x="23812" y="0"/>
                </a:cubicBezTo>
                <a:moveTo>
                  <a:pt x="0" y="190500"/>
                </a:moveTo>
                <a:lnTo>
                  <a:pt x="146708" y="190500"/>
                </a:lnTo>
                <a:cubicBezTo>
                  <a:pt x="151582" y="190508"/>
                  <a:pt x="155968" y="187546"/>
                  <a:pt x="157781" y="183022"/>
                </a:cubicBezTo>
                <a:lnTo>
                  <a:pt x="165925" y="162615"/>
                </a:lnTo>
                <a:cubicBezTo>
                  <a:pt x="167807" y="157917"/>
                  <a:pt x="172452" y="154922"/>
                  <a:pt x="177507" y="155147"/>
                </a:cubicBezTo>
                <a:cubicBezTo>
                  <a:pt x="182563" y="155373"/>
                  <a:pt x="186924" y="158769"/>
                  <a:pt x="188380" y="163615"/>
                </a:cubicBezTo>
                <a:lnTo>
                  <a:pt x="202787" y="211645"/>
                </a:lnTo>
                <a:cubicBezTo>
                  <a:pt x="204282" y="216705"/>
                  <a:pt x="208929" y="220177"/>
                  <a:pt x="214205" y="220177"/>
                </a:cubicBezTo>
                <a:cubicBezTo>
                  <a:pt x="219481" y="220177"/>
                  <a:pt x="224128" y="216705"/>
                  <a:pt x="225623" y="211645"/>
                </a:cubicBezTo>
                <a:lnTo>
                  <a:pt x="260222" y="94035"/>
                </a:lnTo>
                <a:cubicBezTo>
                  <a:pt x="261768" y="88779"/>
                  <a:pt x="266700" y="85256"/>
                  <a:pt x="272173" y="85499"/>
                </a:cubicBezTo>
                <a:cubicBezTo>
                  <a:pt x="277646" y="85741"/>
                  <a:pt x="282247" y="89687"/>
                  <a:pt x="283321" y="95059"/>
                </a:cubicBezTo>
                <a:lnTo>
                  <a:pt x="312253" y="239696"/>
                </a:lnTo>
                <a:cubicBezTo>
                  <a:pt x="313325" y="245037"/>
                  <a:pt x="317884" y="248969"/>
                  <a:pt x="323324" y="249244"/>
                </a:cubicBezTo>
                <a:cubicBezTo>
                  <a:pt x="328764" y="249519"/>
                  <a:pt x="333698" y="246068"/>
                  <a:pt x="335303" y="240863"/>
                </a:cubicBezTo>
                <a:lnTo>
                  <a:pt x="359116" y="163258"/>
                </a:lnTo>
                <a:cubicBezTo>
                  <a:pt x="360600" y="158435"/>
                  <a:pt x="364962" y="155072"/>
                  <a:pt x="370003" y="154863"/>
                </a:cubicBezTo>
                <a:cubicBezTo>
                  <a:pt x="375044" y="154654"/>
                  <a:pt x="379670" y="157646"/>
                  <a:pt x="381547" y="162329"/>
                </a:cubicBezTo>
                <a:lnTo>
                  <a:pt x="389834" y="183094"/>
                </a:lnTo>
                <a:cubicBezTo>
                  <a:pt x="391647" y="187617"/>
                  <a:pt x="396033" y="190580"/>
                  <a:pt x="400907" y="190571"/>
                </a:cubicBezTo>
                <a:lnTo>
                  <a:pt x="547687" y="190571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94FDDDFF-5AB3-C1DB-565A-1B5F46EEBBEC}"/>
              </a:ext>
            </a:extLst>
          </p:cNvPr>
          <p:cNvSpPr/>
          <p:nvPr/>
        </p:nvSpPr>
        <p:spPr>
          <a:xfrm>
            <a:off x="6744812" y="2766603"/>
            <a:ext cx="553640" cy="553640"/>
          </a:xfrm>
          <a:custGeom>
            <a:avLst/>
            <a:gdLst/>
            <a:ahLst/>
            <a:cxnLst/>
            <a:rect l="0" t="0" r="0" b="0"/>
            <a:pathLst>
              <a:path w="553640" h="553640">
                <a:moveTo>
                  <a:pt x="553640" y="167877"/>
                </a:moveTo>
                <a:lnTo>
                  <a:pt x="313134" y="370284"/>
                </a:lnTo>
                <a:lnTo>
                  <a:pt x="246459" y="291703"/>
                </a:lnTo>
                <a:lnTo>
                  <a:pt x="17859" y="472678"/>
                </a:lnTo>
                <a:moveTo>
                  <a:pt x="0" y="0"/>
                </a:moveTo>
                <a:moveTo>
                  <a:pt x="77390" y="544115"/>
                </a:moveTo>
                <a:lnTo>
                  <a:pt x="77390" y="425462"/>
                </a:lnTo>
                <a:moveTo>
                  <a:pt x="77390" y="351234"/>
                </a:moveTo>
                <a:lnTo>
                  <a:pt x="77390" y="139302"/>
                </a:lnTo>
                <a:moveTo>
                  <a:pt x="196453" y="234553"/>
                </a:moveTo>
                <a:lnTo>
                  <a:pt x="196453" y="17859"/>
                </a:lnTo>
                <a:moveTo>
                  <a:pt x="315515" y="244078"/>
                </a:moveTo>
                <a:lnTo>
                  <a:pt x="315515" y="91677"/>
                </a:lnTo>
                <a:moveTo>
                  <a:pt x="434578" y="91678"/>
                </a:moveTo>
                <a:lnTo>
                  <a:pt x="434578" y="17859"/>
                </a:lnTo>
                <a:moveTo>
                  <a:pt x="0" y="0"/>
                </a:moveTo>
                <a:moveTo>
                  <a:pt x="196453" y="453628"/>
                </a:moveTo>
                <a:lnTo>
                  <a:pt x="196453" y="331886"/>
                </a:lnTo>
                <a:moveTo>
                  <a:pt x="0" y="0"/>
                </a:moveTo>
                <a:moveTo>
                  <a:pt x="315515" y="482203"/>
                </a:moveTo>
                <a:lnTo>
                  <a:pt x="315515" y="368722"/>
                </a:lnTo>
                <a:moveTo>
                  <a:pt x="0" y="0"/>
                </a:moveTo>
                <a:moveTo>
                  <a:pt x="434578" y="553640"/>
                </a:moveTo>
                <a:lnTo>
                  <a:pt x="434578" y="267890"/>
                </a:lnTo>
                <a:moveTo>
                  <a:pt x="446484" y="167877"/>
                </a:moveTo>
                <a:lnTo>
                  <a:pt x="553640" y="167877"/>
                </a:lnTo>
                <a:lnTo>
                  <a:pt x="553640" y="26789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139DC399-3CE4-7122-D72E-6B81ED1EA195}"/>
              </a:ext>
            </a:extLst>
          </p:cNvPr>
          <p:cNvSpPr/>
          <p:nvPr/>
        </p:nvSpPr>
        <p:spPr>
          <a:xfrm>
            <a:off x="8585518" y="2778509"/>
            <a:ext cx="547687" cy="547687"/>
          </a:xfrm>
          <a:custGeom>
            <a:avLst/>
            <a:gdLst/>
            <a:ahLst/>
            <a:cxnLst/>
            <a:rect l="0" t="0" r="0" b="0"/>
            <a:pathLst>
              <a:path w="547687" h="547687">
                <a:moveTo>
                  <a:pt x="130968" y="452437"/>
                </a:moveTo>
                <a:lnTo>
                  <a:pt x="416718" y="452437"/>
                </a:lnTo>
                <a:cubicBezTo>
                  <a:pt x="443021" y="452437"/>
                  <a:pt x="464343" y="473759"/>
                  <a:pt x="464343" y="500062"/>
                </a:cubicBezTo>
                <a:lnTo>
                  <a:pt x="464343" y="523875"/>
                </a:lnTo>
                <a:cubicBezTo>
                  <a:pt x="464343" y="537026"/>
                  <a:pt x="453682" y="547687"/>
                  <a:pt x="440531" y="547687"/>
                </a:cubicBezTo>
                <a:lnTo>
                  <a:pt x="107156" y="547687"/>
                </a:lnTo>
                <a:cubicBezTo>
                  <a:pt x="94004" y="547687"/>
                  <a:pt x="83343" y="537026"/>
                  <a:pt x="83343" y="523875"/>
                </a:cubicBezTo>
                <a:lnTo>
                  <a:pt x="83343" y="500062"/>
                </a:lnTo>
                <a:cubicBezTo>
                  <a:pt x="83343" y="473759"/>
                  <a:pt x="104666" y="452437"/>
                  <a:pt x="130968" y="452437"/>
                </a:cubicBezTo>
                <a:close/>
                <a:moveTo>
                  <a:pt x="406955" y="452437"/>
                </a:moveTo>
                <a:lnTo>
                  <a:pt x="385762" y="208835"/>
                </a:lnTo>
                <a:cubicBezTo>
                  <a:pt x="382967" y="184692"/>
                  <a:pt x="362441" y="166526"/>
                  <a:pt x="338137" y="166687"/>
                </a:cubicBezTo>
                <a:lnTo>
                  <a:pt x="209073" y="166687"/>
                </a:lnTo>
                <a:cubicBezTo>
                  <a:pt x="184769" y="166526"/>
                  <a:pt x="164243" y="184692"/>
                  <a:pt x="161448" y="208835"/>
                </a:cubicBezTo>
                <a:lnTo>
                  <a:pt x="140731" y="452437"/>
                </a:lnTo>
                <a:moveTo>
                  <a:pt x="273843" y="71437"/>
                </a:moveTo>
                <a:lnTo>
                  <a:pt x="273843" y="0"/>
                </a:lnTo>
                <a:moveTo>
                  <a:pt x="416956" y="130730"/>
                </a:moveTo>
                <a:lnTo>
                  <a:pt x="467439" y="80248"/>
                </a:lnTo>
                <a:moveTo>
                  <a:pt x="476250" y="261937"/>
                </a:moveTo>
                <a:lnTo>
                  <a:pt x="547687" y="261937"/>
                </a:lnTo>
                <a:moveTo>
                  <a:pt x="130730" y="130730"/>
                </a:moveTo>
                <a:lnTo>
                  <a:pt x="80248" y="80248"/>
                </a:lnTo>
                <a:moveTo>
                  <a:pt x="71437" y="261937"/>
                </a:moveTo>
                <a:lnTo>
                  <a:pt x="0" y="261937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14">
            <a:extLst>
              <a:ext uri="{FF2B5EF4-FFF2-40B4-BE49-F238E27FC236}">
                <a16:creationId xmlns:a16="http://schemas.microsoft.com/office/drawing/2014/main" id="{B07577EF-8002-E36F-2F73-534518526551}"/>
              </a:ext>
            </a:extLst>
          </p:cNvPr>
          <p:cNvSpPr/>
          <p:nvPr/>
        </p:nvSpPr>
        <p:spPr>
          <a:xfrm>
            <a:off x="10414318" y="2778509"/>
            <a:ext cx="547687" cy="547687"/>
          </a:xfrm>
          <a:custGeom>
            <a:avLst/>
            <a:gdLst/>
            <a:ahLst/>
            <a:cxnLst/>
            <a:rect l="0" t="0" r="0" b="0"/>
            <a:pathLst>
              <a:path w="547687" h="547687">
                <a:moveTo>
                  <a:pt x="309562" y="154781"/>
                </a:moveTo>
                <a:cubicBezTo>
                  <a:pt x="309562" y="200810"/>
                  <a:pt x="346876" y="238125"/>
                  <a:pt x="392906" y="238125"/>
                </a:cubicBezTo>
                <a:cubicBezTo>
                  <a:pt x="438935" y="238125"/>
                  <a:pt x="476250" y="200810"/>
                  <a:pt x="476250" y="154781"/>
                </a:cubicBezTo>
                <a:cubicBezTo>
                  <a:pt x="476250" y="108751"/>
                  <a:pt x="438935" y="71437"/>
                  <a:pt x="392906" y="71437"/>
                </a:cubicBezTo>
                <a:cubicBezTo>
                  <a:pt x="346876" y="71437"/>
                  <a:pt x="309562" y="108751"/>
                  <a:pt x="309562" y="154781"/>
                </a:cubicBezTo>
                <a:moveTo>
                  <a:pt x="71437" y="476250"/>
                </a:moveTo>
                <a:lnTo>
                  <a:pt x="123825" y="402836"/>
                </a:lnTo>
                <a:cubicBezTo>
                  <a:pt x="125685" y="400231"/>
                  <a:pt x="128517" y="398485"/>
                  <a:pt x="131680" y="397992"/>
                </a:cubicBezTo>
                <a:cubicBezTo>
                  <a:pt x="134843" y="397499"/>
                  <a:pt x="138071" y="398301"/>
                  <a:pt x="140636" y="400216"/>
                </a:cubicBezTo>
                <a:lnTo>
                  <a:pt x="169068" y="421481"/>
                </a:lnTo>
                <a:cubicBezTo>
                  <a:pt x="174329" y="425426"/>
                  <a:pt x="181792" y="424360"/>
                  <a:pt x="185737" y="419100"/>
                </a:cubicBezTo>
                <a:lnTo>
                  <a:pt x="250031" y="333375"/>
                </a:lnTo>
                <a:moveTo>
                  <a:pt x="475630" y="144660"/>
                </a:moveTo>
                <a:lnTo>
                  <a:pt x="392906" y="154781"/>
                </a:lnTo>
                <a:lnTo>
                  <a:pt x="410789" y="73366"/>
                </a:lnTo>
                <a:moveTo>
                  <a:pt x="345281" y="309562"/>
                </a:moveTo>
                <a:cubicBezTo>
                  <a:pt x="333375" y="309562"/>
                  <a:pt x="333375" y="321468"/>
                  <a:pt x="333375" y="321468"/>
                </a:cubicBezTo>
                <a:lnTo>
                  <a:pt x="333375" y="464343"/>
                </a:lnTo>
                <a:cubicBezTo>
                  <a:pt x="333375" y="476250"/>
                  <a:pt x="345281" y="476250"/>
                  <a:pt x="345281" y="476250"/>
                </a:cubicBezTo>
                <a:lnTo>
                  <a:pt x="464343" y="476250"/>
                </a:lnTo>
                <a:cubicBezTo>
                  <a:pt x="476250" y="476250"/>
                  <a:pt x="476250" y="464343"/>
                  <a:pt x="476250" y="464343"/>
                </a:cubicBezTo>
                <a:lnTo>
                  <a:pt x="476250" y="321468"/>
                </a:lnTo>
                <a:cubicBezTo>
                  <a:pt x="476250" y="309562"/>
                  <a:pt x="464343" y="309562"/>
                  <a:pt x="464343" y="309562"/>
                </a:cubicBezTo>
                <a:lnTo>
                  <a:pt x="345281" y="309562"/>
                </a:lnTo>
                <a:moveTo>
                  <a:pt x="381000" y="381000"/>
                </a:moveTo>
                <a:lnTo>
                  <a:pt x="428625" y="381000"/>
                </a:lnTo>
                <a:moveTo>
                  <a:pt x="381000" y="428625"/>
                </a:moveTo>
                <a:lnTo>
                  <a:pt x="404812" y="428625"/>
                </a:lnTo>
                <a:moveTo>
                  <a:pt x="83343" y="71437"/>
                </a:moveTo>
                <a:cubicBezTo>
                  <a:pt x="71437" y="71437"/>
                  <a:pt x="71437" y="83343"/>
                  <a:pt x="71437" y="83343"/>
                </a:cubicBezTo>
                <a:lnTo>
                  <a:pt x="71437" y="226218"/>
                </a:lnTo>
                <a:cubicBezTo>
                  <a:pt x="71437" y="238125"/>
                  <a:pt x="83343" y="238125"/>
                  <a:pt x="83343" y="238125"/>
                </a:cubicBezTo>
                <a:lnTo>
                  <a:pt x="202406" y="238125"/>
                </a:lnTo>
                <a:cubicBezTo>
                  <a:pt x="214312" y="238125"/>
                  <a:pt x="214312" y="226218"/>
                  <a:pt x="214312" y="226218"/>
                </a:cubicBezTo>
                <a:lnTo>
                  <a:pt x="214312" y="83343"/>
                </a:lnTo>
                <a:cubicBezTo>
                  <a:pt x="214312" y="71437"/>
                  <a:pt x="202406" y="71437"/>
                  <a:pt x="202406" y="71437"/>
                </a:cubicBezTo>
                <a:lnTo>
                  <a:pt x="83343" y="71437"/>
                </a:lnTo>
                <a:moveTo>
                  <a:pt x="119062" y="119062"/>
                </a:moveTo>
                <a:lnTo>
                  <a:pt x="166687" y="119062"/>
                </a:lnTo>
                <a:moveTo>
                  <a:pt x="119062" y="166687"/>
                </a:moveTo>
                <a:lnTo>
                  <a:pt x="142875" y="166687"/>
                </a:lnTo>
                <a:moveTo>
                  <a:pt x="23812" y="0"/>
                </a:moveTo>
                <a:lnTo>
                  <a:pt x="523875" y="0"/>
                </a:lnTo>
                <a:cubicBezTo>
                  <a:pt x="523875" y="0"/>
                  <a:pt x="547687" y="0"/>
                  <a:pt x="547687" y="23812"/>
                </a:cubicBezTo>
                <a:lnTo>
                  <a:pt x="547687" y="523875"/>
                </a:lnTo>
                <a:cubicBezTo>
                  <a:pt x="547687" y="523875"/>
                  <a:pt x="547687" y="547687"/>
                  <a:pt x="523875" y="547687"/>
                </a:cubicBezTo>
                <a:lnTo>
                  <a:pt x="23812" y="547687"/>
                </a:lnTo>
                <a:cubicBezTo>
                  <a:pt x="23812" y="547687"/>
                  <a:pt x="0" y="547687"/>
                  <a:pt x="0" y="523875"/>
                </a:cubicBezTo>
                <a:lnTo>
                  <a:pt x="0" y="23812"/>
                </a:lnTo>
                <a:cubicBezTo>
                  <a:pt x="0" y="23812"/>
                  <a:pt x="0" y="0"/>
                  <a:pt x="23812" y="0"/>
                </a:cubicBez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4D56EB-0E37-A805-8ABF-83FBBF9DB776}"/>
              </a:ext>
            </a:extLst>
          </p:cNvPr>
          <p:cNvSpPr txBox="1"/>
          <p:nvPr/>
        </p:nvSpPr>
        <p:spPr>
          <a:xfrm>
            <a:off x="8231931" y="3452403"/>
            <a:ext cx="12548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Early warnings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1F61301-5E59-8D5A-6949-453D8802172F}"/>
              </a:ext>
            </a:extLst>
          </p:cNvPr>
          <p:cNvGrpSpPr/>
          <p:nvPr/>
        </p:nvGrpSpPr>
        <p:grpSpPr>
          <a:xfrm>
            <a:off x="4688335" y="3452404"/>
            <a:ext cx="1026861" cy="457218"/>
            <a:chOff x="743873" y="2343150"/>
            <a:chExt cx="1026861" cy="45721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328D400-AE62-640B-AB2D-18FA38DBB546}"/>
                </a:ext>
              </a:extLst>
            </p:cNvPr>
            <p:cNvSpPr txBox="1"/>
            <p:nvPr/>
          </p:nvSpPr>
          <p:spPr>
            <a:xfrm>
              <a:off x="743873" y="2343150"/>
              <a:ext cx="1026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 dirty="0">
                  <a:solidFill>
                    <a:srgbClr val="484848"/>
                  </a:solidFill>
                  <a:latin typeface="Roboto"/>
                </a:rPr>
                <a:t>Continuous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4CE32F-6123-B305-0BBA-AAE81BF51E9F}"/>
                </a:ext>
              </a:extLst>
            </p:cNvPr>
            <p:cNvSpPr txBox="1"/>
            <p:nvPr/>
          </p:nvSpPr>
          <p:spPr>
            <a:xfrm>
              <a:off x="743873" y="2571750"/>
              <a:ext cx="1026861" cy="228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484848"/>
                  </a:solidFill>
                  <a:latin typeface="Roboto"/>
                </a:rPr>
                <a:t>monitoring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709EC44-5FC3-0761-C0CD-BE37E59C0C00}"/>
              </a:ext>
            </a:extLst>
          </p:cNvPr>
          <p:cNvGrpSpPr/>
          <p:nvPr/>
        </p:nvGrpSpPr>
        <p:grpSpPr>
          <a:xfrm>
            <a:off x="6575047" y="3452404"/>
            <a:ext cx="911028" cy="457218"/>
            <a:chOff x="2630585" y="2343150"/>
            <a:chExt cx="911028" cy="45721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54840B8-7703-AA99-FF76-6F8BFCA980B5}"/>
                </a:ext>
              </a:extLst>
            </p:cNvPr>
            <p:cNvSpPr txBox="1"/>
            <p:nvPr/>
          </p:nvSpPr>
          <p:spPr>
            <a:xfrm>
              <a:off x="2630585" y="2343150"/>
              <a:ext cx="91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484848"/>
                  </a:solidFill>
                  <a:latin typeface="Roboto"/>
                </a:rPr>
                <a:t>Predictive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3E77D1A-9B40-C4BE-4BC3-1AEBA5CE8AF6}"/>
                </a:ext>
              </a:extLst>
            </p:cNvPr>
            <p:cNvSpPr txBox="1"/>
            <p:nvPr/>
          </p:nvSpPr>
          <p:spPr>
            <a:xfrm>
              <a:off x="2630585" y="2571750"/>
              <a:ext cx="911028" cy="228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484848"/>
                  </a:solidFill>
                  <a:latin typeface="Roboto"/>
                </a:rPr>
                <a:t>analytics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058F846-C0D2-D678-CA39-C36EF0E48ACC}"/>
              </a:ext>
            </a:extLst>
          </p:cNvPr>
          <p:cNvGrpSpPr/>
          <p:nvPr/>
        </p:nvGrpSpPr>
        <p:grpSpPr>
          <a:xfrm>
            <a:off x="10235305" y="3452404"/>
            <a:ext cx="905713" cy="457218"/>
            <a:chOff x="6290843" y="2343150"/>
            <a:chExt cx="905713" cy="457218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90A6970-D208-A218-BB7B-BEF8EA3770EA}"/>
                </a:ext>
              </a:extLst>
            </p:cNvPr>
            <p:cNvSpPr txBox="1"/>
            <p:nvPr/>
          </p:nvSpPr>
          <p:spPr>
            <a:xfrm>
              <a:off x="6290843" y="2343150"/>
              <a:ext cx="9057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484848"/>
                  </a:solidFill>
                  <a:latin typeface="Roboto"/>
                </a:rPr>
                <a:t>User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C1BD2C-0FD2-A854-54BB-593006A9DFBC}"/>
                </a:ext>
              </a:extLst>
            </p:cNvPr>
            <p:cNvSpPr txBox="1"/>
            <p:nvPr/>
          </p:nvSpPr>
          <p:spPr>
            <a:xfrm>
              <a:off x="6290843" y="2571750"/>
              <a:ext cx="905713" cy="228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484848"/>
                  </a:solidFill>
                  <a:latin typeface="Roboto"/>
                </a:rPr>
                <a:t>dashboard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1D7ADB-95F3-21D4-1DAC-2531E7CC31EE}"/>
              </a:ext>
            </a:extLst>
          </p:cNvPr>
          <p:cNvGrpSpPr/>
          <p:nvPr/>
        </p:nvGrpSpPr>
        <p:grpSpPr>
          <a:xfrm>
            <a:off x="8259144" y="3795303"/>
            <a:ext cx="1200435" cy="1028908"/>
            <a:chOff x="4314682" y="2686049"/>
            <a:chExt cx="1200435" cy="102890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CD3B1B3-89C5-7FDF-FDCD-5818ABE8477A}"/>
                </a:ext>
              </a:extLst>
            </p:cNvPr>
            <p:cNvSpPr txBox="1"/>
            <p:nvPr/>
          </p:nvSpPr>
          <p:spPr>
            <a:xfrm>
              <a:off x="4314682" y="2686049"/>
              <a:ext cx="1200435" cy="171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Provides early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53AE19F-3362-6E75-F1C0-920B42DF1DCD}"/>
                </a:ext>
              </a:extLst>
            </p:cNvPr>
            <p:cNvSpPr txBox="1"/>
            <p:nvPr/>
          </p:nvSpPr>
          <p:spPr>
            <a:xfrm>
              <a:off x="4314682" y="2857594"/>
              <a:ext cx="120043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warnings and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C4DC3BF-2B36-392F-5CAB-82F69BBC8877}"/>
                </a:ext>
              </a:extLst>
            </p:cNvPr>
            <p:cNvSpPr txBox="1"/>
            <p:nvPr/>
          </p:nvSpPr>
          <p:spPr>
            <a:xfrm>
              <a:off x="4314682" y="3029044"/>
              <a:ext cx="1200435" cy="171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welfare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30C58E-9688-35D2-56DF-54AA1B704197}"/>
                </a:ext>
              </a:extLst>
            </p:cNvPr>
            <p:cNvSpPr txBox="1"/>
            <p:nvPr/>
          </p:nvSpPr>
          <p:spPr>
            <a:xfrm>
              <a:off x="4314682" y="3200589"/>
              <a:ext cx="120043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recommendations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F6665CB-A049-C248-1462-E800955D5CBA}"/>
                </a:ext>
              </a:extLst>
            </p:cNvPr>
            <p:cNvSpPr txBox="1"/>
            <p:nvPr/>
          </p:nvSpPr>
          <p:spPr>
            <a:xfrm>
              <a:off x="4314682" y="3372039"/>
              <a:ext cx="120043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for timely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F5FD771-4E14-2717-0194-FA3DCA513CD9}"/>
                </a:ext>
              </a:extLst>
            </p:cNvPr>
            <p:cNvSpPr txBox="1"/>
            <p:nvPr/>
          </p:nvSpPr>
          <p:spPr>
            <a:xfrm>
              <a:off x="4314682" y="3543489"/>
              <a:ext cx="1200435" cy="17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intervention.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AD24170-1708-9B59-C2E5-29CA79D35A87}"/>
              </a:ext>
            </a:extLst>
          </p:cNvPr>
          <p:cNvGrpSpPr/>
          <p:nvPr/>
        </p:nvGrpSpPr>
        <p:grpSpPr>
          <a:xfrm>
            <a:off x="6393263" y="4023921"/>
            <a:ext cx="1274587" cy="857421"/>
            <a:chOff x="2448801" y="2914667"/>
            <a:chExt cx="1274587" cy="85742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4CFDFED-5F00-65F0-740F-55BB0D38C3AD}"/>
                </a:ext>
              </a:extLst>
            </p:cNvPr>
            <p:cNvSpPr txBox="1"/>
            <p:nvPr/>
          </p:nvSpPr>
          <p:spPr>
            <a:xfrm>
              <a:off x="2448801" y="2914667"/>
              <a:ext cx="127458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Predicts stress and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8021CF2-F6A8-D3FB-0744-57EFB762EF95}"/>
                </a:ext>
              </a:extLst>
            </p:cNvPr>
            <p:cNvSpPr txBox="1"/>
            <p:nvPr/>
          </p:nvSpPr>
          <p:spPr>
            <a:xfrm>
              <a:off x="2448801" y="3086117"/>
              <a:ext cx="127458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fatigue risk using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8454AC1-6B35-6BCA-1A09-F008159B83F9}"/>
                </a:ext>
              </a:extLst>
            </p:cNvPr>
            <p:cNvSpPr txBox="1"/>
            <p:nvPr/>
          </p:nvSpPr>
          <p:spPr>
            <a:xfrm>
              <a:off x="2448801" y="3257567"/>
              <a:ext cx="1274587" cy="171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machine learning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377ADB-B18B-D6D3-F830-EE47FDF7ADCF}"/>
                </a:ext>
              </a:extLst>
            </p:cNvPr>
            <p:cNvSpPr txBox="1"/>
            <p:nvPr/>
          </p:nvSpPr>
          <p:spPr>
            <a:xfrm>
              <a:off x="2448801" y="3429113"/>
              <a:ext cx="127458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and personalized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BCCB955-0F03-9F0F-2AB3-09AE271FA4A2}"/>
                </a:ext>
              </a:extLst>
            </p:cNvPr>
            <p:cNvSpPr txBox="1"/>
            <p:nvPr/>
          </p:nvSpPr>
          <p:spPr>
            <a:xfrm>
              <a:off x="2448801" y="3600563"/>
              <a:ext cx="1274587" cy="171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baseline.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FD48810-C33C-AE98-ACA8-167D27BD041E}"/>
              </a:ext>
            </a:extLst>
          </p:cNvPr>
          <p:cNvGrpSpPr/>
          <p:nvPr/>
        </p:nvGrpSpPr>
        <p:grpSpPr>
          <a:xfrm>
            <a:off x="10075771" y="4023921"/>
            <a:ext cx="1224781" cy="857421"/>
            <a:chOff x="6131309" y="2914667"/>
            <a:chExt cx="1224781" cy="85742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E19B847-7912-192D-B928-8FCA41CB2073}"/>
                </a:ext>
              </a:extLst>
            </p:cNvPr>
            <p:cNvSpPr txBox="1"/>
            <p:nvPr/>
          </p:nvSpPr>
          <p:spPr>
            <a:xfrm>
              <a:off x="6131309" y="2914667"/>
              <a:ext cx="122478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Displays risk level,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4B9230E-E5A2-F26C-2C88-A8407F943174}"/>
                </a:ext>
              </a:extLst>
            </p:cNvPr>
            <p:cNvSpPr txBox="1"/>
            <p:nvPr/>
          </p:nvSpPr>
          <p:spPr>
            <a:xfrm>
              <a:off x="6131309" y="3086117"/>
              <a:ext cx="122478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trend and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164E85F-0508-4AD6-F492-D7108086BA63}"/>
                </a:ext>
              </a:extLst>
            </p:cNvPr>
            <p:cNvSpPr txBox="1"/>
            <p:nvPr/>
          </p:nvSpPr>
          <p:spPr>
            <a:xfrm>
              <a:off x="6131309" y="3257567"/>
              <a:ext cx="1224781" cy="171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suggestions for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3C99D54-5830-824D-D2B2-14381137DDB1}"/>
                </a:ext>
              </a:extLst>
            </p:cNvPr>
            <p:cNvSpPr txBox="1"/>
            <p:nvPr/>
          </p:nvSpPr>
          <p:spPr>
            <a:xfrm>
              <a:off x="6131309" y="3429113"/>
              <a:ext cx="122478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better decision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58E4F66-BDDD-3D78-C190-A75C20444AD5}"/>
                </a:ext>
              </a:extLst>
            </p:cNvPr>
            <p:cNvSpPr txBox="1"/>
            <p:nvPr/>
          </p:nvSpPr>
          <p:spPr>
            <a:xfrm>
              <a:off x="6131309" y="3600563"/>
              <a:ext cx="1224781" cy="171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making.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975D03C-B3DD-2983-44DE-8D51E36AE2F5}"/>
              </a:ext>
            </a:extLst>
          </p:cNvPr>
          <p:cNvGrpSpPr/>
          <p:nvPr/>
        </p:nvGrpSpPr>
        <p:grpSpPr>
          <a:xfrm>
            <a:off x="4586608" y="4023926"/>
            <a:ext cx="1230315" cy="1200396"/>
            <a:chOff x="642146" y="2914672"/>
            <a:chExt cx="1230315" cy="1200396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7E790F0-7D70-E623-C70B-EFAE33399684}"/>
                </a:ext>
              </a:extLst>
            </p:cNvPr>
            <p:cNvSpPr txBox="1"/>
            <p:nvPr/>
          </p:nvSpPr>
          <p:spPr>
            <a:xfrm>
              <a:off x="642146" y="2914672"/>
              <a:ext cx="1230315" cy="171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Software-based AI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3D15536-D46C-5FFB-2E32-EB8BB729F00F}"/>
                </a:ext>
              </a:extLst>
            </p:cNvPr>
            <p:cNvSpPr txBox="1"/>
            <p:nvPr/>
          </p:nvSpPr>
          <p:spPr>
            <a:xfrm>
              <a:off x="642146" y="3086217"/>
              <a:ext cx="123031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system that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99B329F-9EFE-B4B3-396A-E4FB82DAB7BB}"/>
                </a:ext>
              </a:extLst>
            </p:cNvPr>
            <p:cNvSpPr txBox="1"/>
            <p:nvPr/>
          </p:nvSpPr>
          <p:spPr>
            <a:xfrm>
              <a:off x="642146" y="3257667"/>
              <a:ext cx="123031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monitors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9E22853-ED9B-3F27-1EE8-A69695786A71}"/>
                </a:ext>
              </a:extLst>
            </p:cNvPr>
            <p:cNvSpPr txBox="1"/>
            <p:nvPr/>
          </p:nvSpPr>
          <p:spPr>
            <a:xfrm>
              <a:off x="642146" y="3429117"/>
              <a:ext cx="1230315" cy="171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physiological and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2747236-8707-CD99-5DEF-448ED0FBC16E}"/>
                </a:ext>
              </a:extLst>
            </p:cNvPr>
            <p:cNvSpPr txBox="1"/>
            <p:nvPr/>
          </p:nvSpPr>
          <p:spPr>
            <a:xfrm>
              <a:off x="642146" y="3600662"/>
              <a:ext cx="123031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activity signals of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764614A-A03B-BC29-4035-044FEFE67492}"/>
                </a:ext>
              </a:extLst>
            </p:cNvPr>
            <p:cNvSpPr txBox="1"/>
            <p:nvPr/>
          </p:nvSpPr>
          <p:spPr>
            <a:xfrm>
              <a:off x="642146" y="3772112"/>
              <a:ext cx="1230315" cy="171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uniformed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EAD7930-F687-33B6-5C2F-AB75B57FCEEA}"/>
                </a:ext>
              </a:extLst>
            </p:cNvPr>
            <p:cNvSpPr txBox="1"/>
            <p:nvPr/>
          </p:nvSpPr>
          <p:spPr>
            <a:xfrm>
              <a:off x="642146" y="3943657"/>
              <a:ext cx="1230315" cy="1714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00" b="1">
                  <a:solidFill>
                    <a:srgbClr val="484848"/>
                  </a:solidFill>
                  <a:latin typeface="Roboto"/>
                </a:rPr>
                <a:t>personnel.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7472" y="274320"/>
            <a:ext cx="1417320" cy="566928"/>
          </a:xfrm>
          <a:prstGeom prst="ellipse">
            <a:avLst/>
          </a:prstGeom>
          <a:solidFill>
            <a:srgbClr val="E1EEFA"/>
          </a:solidFill>
          <a:ln>
            <a:solidFill>
              <a:srgbClr val="19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47472" y="356616"/>
            <a:ext cx="1417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300" b="1" dirty="0">
                <a:solidFill>
                  <a:srgbClr val="19375A"/>
                </a:solidFill>
                <a:latin typeface="Aptos"/>
              </a:rPr>
              <a:t>TECH ATELIER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612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@SIH Idea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FAD393E-1CEF-E9CC-0E74-5BE27BDA6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115" y="-6205"/>
            <a:ext cx="2249850" cy="106233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3CC4E7B-6C40-7E65-E306-3747DC9003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7934" y="1610517"/>
            <a:ext cx="1225048" cy="122504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B49B765-5605-8644-972E-EA99057C02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57934" y="3791438"/>
            <a:ext cx="1031084" cy="137477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1181FBD-3A4E-DEA6-F31A-8D16191363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67207" y="3937925"/>
            <a:ext cx="1179499" cy="117949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738A488-B350-C337-B13F-E991869CC4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838367" y="1629028"/>
            <a:ext cx="1261675" cy="1261675"/>
          </a:xfrm>
          <a:prstGeom prst="rect">
            <a:avLst/>
          </a:prstGeom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2C927A1F-2E12-9D91-23B9-3F69AC9BB3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2057984"/>
              </p:ext>
            </p:extLst>
          </p:nvPr>
        </p:nvGraphicFramePr>
        <p:xfrm>
          <a:off x="1769755" y="1368010"/>
          <a:ext cx="7767780" cy="4442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7472" y="274320"/>
            <a:ext cx="1417320" cy="566928"/>
          </a:xfrm>
          <a:prstGeom prst="ellipse">
            <a:avLst/>
          </a:prstGeom>
          <a:solidFill>
            <a:srgbClr val="E1EEFA"/>
          </a:solidFill>
          <a:ln>
            <a:solidFill>
              <a:srgbClr val="19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47472" y="356616"/>
            <a:ext cx="1417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300" b="1" dirty="0">
                <a:solidFill>
                  <a:srgbClr val="19375A"/>
                </a:solidFill>
                <a:latin typeface="Aptos"/>
              </a:rPr>
              <a:t>TECH ATELIER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612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@SIH Idea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52120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sz="1700" b="1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52120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 / Advantages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CD5C6BB-5B4A-58B0-1400-D21129FBA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115" y="-6205"/>
            <a:ext cx="2249850" cy="1062337"/>
          </a:xfrm>
          <a:prstGeom prst="rect">
            <a:avLst/>
          </a:prstGeom>
        </p:spPr>
      </p:pic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5E1F8BDC-9843-9E21-0176-B34C544B36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4495454"/>
              </p:ext>
            </p:extLst>
          </p:nvPr>
        </p:nvGraphicFramePr>
        <p:xfrm>
          <a:off x="1684538" y="1605630"/>
          <a:ext cx="8498150" cy="1745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3" name="Diagram 42">
            <a:extLst>
              <a:ext uri="{FF2B5EF4-FFF2-40B4-BE49-F238E27FC236}">
                <a16:creationId xmlns:a16="http://schemas.microsoft.com/office/drawing/2014/main" id="{7F03A440-89B6-5420-E6F7-E68B16BE9C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9383283"/>
              </p:ext>
            </p:extLst>
          </p:nvPr>
        </p:nvGraphicFramePr>
        <p:xfrm>
          <a:off x="1597981" y="3920550"/>
          <a:ext cx="8833283" cy="2507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7472" y="274320"/>
            <a:ext cx="1417320" cy="566928"/>
          </a:xfrm>
          <a:prstGeom prst="ellipse">
            <a:avLst/>
          </a:prstGeom>
          <a:solidFill>
            <a:srgbClr val="E1EEFA"/>
          </a:solidFill>
          <a:ln>
            <a:solidFill>
              <a:srgbClr val="19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47472" y="356616"/>
            <a:ext cx="1417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300" b="1" dirty="0">
                <a:solidFill>
                  <a:srgbClr val="19375A"/>
                </a:solidFill>
                <a:latin typeface="Aptos"/>
              </a:rPr>
              <a:t>TECH ATELIER</a:t>
            </a:r>
            <a:endParaRPr sz="1300" b="1" dirty="0">
              <a:solidFill>
                <a:srgbClr val="19375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612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@SIH Idea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72C2F43-773C-8859-3EE8-B57F7A2B3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115" y="-6205"/>
            <a:ext cx="2249850" cy="1062337"/>
          </a:xfrm>
          <a:prstGeom prst="rect">
            <a:avLst/>
          </a:prstGeom>
        </p:spPr>
      </p:pic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1453B8E0-1B07-B43A-AF0C-F4BD729BBE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3739444"/>
              </p:ext>
            </p:extLst>
          </p:nvPr>
        </p:nvGraphicFramePr>
        <p:xfrm>
          <a:off x="372853" y="1447062"/>
          <a:ext cx="5566306" cy="3582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385EC60C-F4EC-DEEF-80C4-524AF903756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606" r="41033" b="4943"/>
          <a:stretch>
            <a:fillRect/>
          </a:stretch>
        </p:blipFill>
        <p:spPr>
          <a:xfrm>
            <a:off x="6149851" y="1200472"/>
            <a:ext cx="3161192" cy="45611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17E720-21A9-1EF9-82D6-BDF791D10308}"/>
              </a:ext>
            </a:extLst>
          </p:cNvPr>
          <p:cNvSpPr txBox="1"/>
          <p:nvPr/>
        </p:nvSpPr>
        <p:spPr>
          <a:xfrm>
            <a:off x="9663040" y="1378736"/>
            <a:ext cx="238261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Assessment – Tailored stress and fatigue evaluation.</a:t>
            </a:r>
          </a:p>
          <a:p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– Real-time tracking of physiological and activity data.</a:t>
            </a:r>
          </a:p>
          <a:p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 – Categorizes risk levels as Low, Moderate, or High.</a:t>
            </a:r>
          </a:p>
          <a:p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Recommendations – Provides advice on rest, hydration, and recovery.</a:t>
            </a:r>
          </a:p>
          <a:p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Subjectivity – Minimizes reliance on self-reported stress levels.</a:t>
            </a:r>
          </a:p>
          <a:p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Privacy-Conscious – Protects sensitive personnel data.</a:t>
            </a:r>
          </a:p>
          <a:p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Integration – Can be connected with wearable devices for real-time monitoring.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6A57D-0189-BCC6-73D3-57D5AE501436}"/>
              </a:ext>
            </a:extLst>
          </p:cNvPr>
          <p:cNvSpPr/>
          <p:nvPr/>
        </p:nvSpPr>
        <p:spPr>
          <a:xfrm flipH="1">
            <a:off x="9340687" y="1635005"/>
            <a:ext cx="133167" cy="15843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88E6A-B3A4-E15C-A0B2-B034F6F49BA6}"/>
              </a:ext>
            </a:extLst>
          </p:cNvPr>
          <p:cNvSpPr/>
          <p:nvPr/>
        </p:nvSpPr>
        <p:spPr>
          <a:xfrm flipH="1">
            <a:off x="9345127" y="2225005"/>
            <a:ext cx="133167" cy="15843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88051D-25CE-0F08-54BC-242504A55F32}"/>
              </a:ext>
            </a:extLst>
          </p:cNvPr>
          <p:cNvSpPr/>
          <p:nvPr/>
        </p:nvSpPr>
        <p:spPr>
          <a:xfrm flipH="1">
            <a:off x="9356222" y="2911664"/>
            <a:ext cx="133167" cy="158435"/>
          </a:xfrm>
          <a:prstGeom prst="rect">
            <a:avLst/>
          </a:prstGeom>
          <a:solidFill>
            <a:srgbClr val="00FF99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04B638-736F-E4C8-CC53-9D3C69B1DAF3}"/>
              </a:ext>
            </a:extLst>
          </p:cNvPr>
          <p:cNvSpPr/>
          <p:nvPr/>
        </p:nvSpPr>
        <p:spPr>
          <a:xfrm flipH="1">
            <a:off x="9380637" y="4264872"/>
            <a:ext cx="133167" cy="158435"/>
          </a:xfrm>
          <a:prstGeom prst="rect">
            <a:avLst/>
          </a:prstGeom>
          <a:solidFill>
            <a:srgbClr val="FFFF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AB5791-910C-4F98-F562-CE81E8BA9D0D}"/>
              </a:ext>
            </a:extLst>
          </p:cNvPr>
          <p:cNvSpPr/>
          <p:nvPr/>
        </p:nvSpPr>
        <p:spPr>
          <a:xfrm flipH="1">
            <a:off x="9380637" y="3574609"/>
            <a:ext cx="133167" cy="15843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932E10-BE98-95BB-4153-6AD589377918}"/>
              </a:ext>
            </a:extLst>
          </p:cNvPr>
          <p:cNvSpPr/>
          <p:nvPr/>
        </p:nvSpPr>
        <p:spPr>
          <a:xfrm flipH="1">
            <a:off x="9399872" y="5402409"/>
            <a:ext cx="133167" cy="158435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13DE8E-0430-CCF1-DDB7-A1B7D414B41E}"/>
              </a:ext>
            </a:extLst>
          </p:cNvPr>
          <p:cNvSpPr/>
          <p:nvPr/>
        </p:nvSpPr>
        <p:spPr>
          <a:xfrm flipH="1">
            <a:off x="9376932" y="4866355"/>
            <a:ext cx="133167" cy="15843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7472" y="274320"/>
            <a:ext cx="1417320" cy="566928"/>
          </a:xfrm>
          <a:prstGeom prst="ellipse">
            <a:avLst/>
          </a:prstGeom>
          <a:solidFill>
            <a:srgbClr val="E1EEFA"/>
          </a:solidFill>
          <a:ln>
            <a:solidFill>
              <a:srgbClr val="19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47472" y="356616"/>
            <a:ext cx="14173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300" b="1" dirty="0">
                <a:solidFill>
                  <a:srgbClr val="19375A"/>
                </a:solidFill>
                <a:latin typeface="Aptos"/>
              </a:rPr>
              <a:t>TECH ATELIER </a:t>
            </a:r>
          </a:p>
          <a:p>
            <a:pPr algn="ctr"/>
            <a:endParaRPr sz="1300" b="1" dirty="0">
              <a:solidFill>
                <a:srgbClr val="19375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0200" y="224028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612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@SIH Idea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521208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References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85C6EE-AE00-BEBF-6A0D-0A69A19E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115" y="-6205"/>
            <a:ext cx="2249850" cy="10623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4AD755E-51F8-D9F3-A941-713204717444}"/>
              </a:ext>
            </a:extLst>
          </p:cNvPr>
          <p:cNvSpPr txBox="1"/>
          <p:nvPr/>
        </p:nvSpPr>
        <p:spPr>
          <a:xfrm>
            <a:off x="745723" y="1677880"/>
            <a:ext cx="10986241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McConnon, A. D., Nash, A. J., Roberts, J. R., Juni, S. Z., Derenbecker, A., Shanahan, P., &amp; Waters, A. J. (2025). Incorporating AI into military behavioral health: A narrative review.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Military Medicine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(9-10), e1870-e1881.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Leightley, D., Williamson, C., Korbacz, A., Curcin, V., Marshall, I. J., &amp; Greenberg, N. (2026). Effectiveness of AI-based interventions in workplace mental health: a systematic review and narrative synthesis.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British Medical Bulletin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ldag007.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Rana, R., Higgins, N., Stedman, T., March, S., Gucciardi, D. F., Barua, P. D., &amp; Joshi, R. (2025). Passive AI detection of stress and burnout among frontline workers.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Nursing Reports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(11), 373.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636</Words>
  <Application>Microsoft Office PowerPoint</Application>
  <PresentationFormat>Widescreen</PresentationFormat>
  <Paragraphs>103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Calibri</vt:lpstr>
      <vt:lpstr>Calisto MT</vt:lpstr>
      <vt:lpstr>Garamond</vt:lpstr>
      <vt:lpstr>Roboto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kavin kishore</dc:creator>
  <cp:keywords/>
  <dc:description>generated using python-pptx</dc:description>
  <cp:lastModifiedBy>kavin kishore</cp:lastModifiedBy>
  <cp:revision>4</cp:revision>
  <dcterms:created xsi:type="dcterms:W3CDTF">2013-01-27T09:14:16Z</dcterms:created>
  <dcterms:modified xsi:type="dcterms:W3CDTF">2026-08-25T06:13:11Z</dcterms:modified>
  <cp:category/>
</cp:coreProperties>
</file>